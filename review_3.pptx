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29"/>
  </p:notesMasterIdLst>
  <p:sldIdLst>
    <p:sldId id="256" r:id="rId3"/>
    <p:sldId id="281" r:id="rId4"/>
    <p:sldId id="268" r:id="rId5"/>
    <p:sldId id="284" r:id="rId6"/>
    <p:sldId id="278" r:id="rId7"/>
    <p:sldId id="272" r:id="rId8"/>
    <p:sldId id="273" r:id="rId9"/>
    <p:sldId id="262" r:id="rId10"/>
    <p:sldId id="258" r:id="rId11"/>
    <p:sldId id="321" r:id="rId12"/>
    <p:sldId id="276" r:id="rId13"/>
    <p:sldId id="270" r:id="rId14"/>
    <p:sldId id="259" r:id="rId15"/>
    <p:sldId id="267" r:id="rId16"/>
    <p:sldId id="271" r:id="rId17"/>
    <p:sldId id="315" r:id="rId18"/>
    <p:sldId id="308" r:id="rId19"/>
    <p:sldId id="320" r:id="rId20"/>
    <p:sldId id="316" r:id="rId21"/>
    <p:sldId id="319" r:id="rId22"/>
    <p:sldId id="317" r:id="rId23"/>
    <p:sldId id="309" r:id="rId24"/>
    <p:sldId id="310" r:id="rId25"/>
    <p:sldId id="323" r:id="rId26"/>
    <p:sldId id="324" r:id="rId27"/>
    <p:sldId id="260" r:id="rId28"/>
  </p:sldIdLst>
  <p:sldSz cx="9144000" cy="5143500" type="screen16x9"/>
  <p:notesSz cx="6858000" cy="9144000"/>
  <p:embeddedFontLst>
    <p:embeddedFont>
      <p:font typeface="Anaheim" panose="020B0604020202020204" charset="0"/>
      <p:regular r:id="rId30"/>
    </p:embeddedFont>
    <p:embeddedFont>
      <p:font typeface="Audiowide" panose="020B0604020202020204" charset="0"/>
      <p:regular r:id="rId31"/>
    </p:embeddedFont>
    <p:embeddedFont>
      <p:font typeface="Calibri" panose="020F0502020204030204" pitchFamily="34" charset="0"/>
      <p:regular r:id="rId32"/>
      <p:bold r:id="rId33"/>
      <p:italic r:id="rId34"/>
      <p:boldItalic r:id="rId35"/>
    </p:embeddedFont>
    <p:embeddedFont>
      <p:font typeface="Karla" pitchFamily="2" charset="0"/>
      <p:regular r:id="rId36"/>
      <p:bold r:id="rId37"/>
      <p:italic r:id="rId38"/>
      <p:boldItalic r:id="rId39"/>
    </p:embeddedFont>
    <p:embeddedFont>
      <p:font typeface="Nunito" pitchFamily="2" charset="0"/>
      <p:regular r:id="rId40"/>
      <p:bold r:id="rId41"/>
      <p:italic r:id="rId42"/>
      <p:boldItalic r:id="rId43"/>
    </p:embeddedFont>
    <p:embeddedFont>
      <p:font typeface="Open Sans" panose="020B0606030504020204" pitchFamily="34" charset="0"/>
      <p:regular r:id="rId44"/>
      <p:bold r:id="rId45"/>
      <p:italic r:id="rId46"/>
      <p:boldItalic r:id="rId47"/>
    </p:embeddedFont>
    <p:embeddedFont>
      <p:font typeface="Proxima Nova" panose="020B0604020202020204" charset="0"/>
      <p:regular r:id="rId48"/>
      <p:bold r:id="rId49"/>
      <p:italic r:id="rId50"/>
      <p:boldItalic r:id="rId51"/>
    </p:embeddedFont>
    <p:embeddedFont>
      <p:font typeface="Proxima Nova Semibold" panose="020B0604020202020204" charset="0"/>
      <p:regular r:id="rId52"/>
      <p:bold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111"/>
    <a:srgbClr val="1C1C1C"/>
    <a:srgbClr val="2E2E2E"/>
    <a:srgbClr val="000000"/>
    <a:srgbClr val="333333"/>
    <a:srgbClr val="3B3B3B"/>
    <a:srgbClr val="414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2B3D8D-36B8-4868-8381-8AB2F8298CFA}">
  <a:tblStyle styleId="{552B3D8D-36B8-4868-8381-8AB2F8298CF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07" d="100"/>
          <a:sy n="107" d="100"/>
        </p:scale>
        <p:origin x="715"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notesMaster" Target="notesMasters/notesMaster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2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font" Target="fonts/font12.fntdata"/><Relationship Id="rId54"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1caab1d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1caab1d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e0a8b09948_0_16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e0a8b09948_0_16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cc9050bdf8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cc9050bdf8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ge0a8b09948_0_2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1" name="Google Shape;1461;ge0a8b09948_0_2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g11ea1d9433b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3" name="Google Shape;1233;g11ea1d9433b_0_1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046624d91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046624d91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1ed1af46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1ed1af46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ddd26cc8a4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ddd26cc8a4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124aaebb4d0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124aaebb4d0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cc9050bdf8_0_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cc9050bdf8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2420fcadb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ddd26cc8a4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ddd26cc8a4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124aaebb4d0_0_17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3" name="Google Shape;903;g124aaebb4d0_0_17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706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003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0406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6985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616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124aaebb4d0_0_9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124aaebb4d0_0_9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5103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0098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075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95647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6330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cc9050bdf8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cc9050bdf8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0" name="Google Shape;10;p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1625850" y="1317528"/>
            <a:ext cx="5892300" cy="2358300"/>
          </a:xfrm>
          <a:prstGeom prst="rect">
            <a:avLst/>
          </a:prstGeom>
          <a:noFill/>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4500">
                <a:latin typeface="Audiowide"/>
                <a:ea typeface="Audiowide"/>
                <a:cs typeface="Audiowide"/>
                <a:sym typeface="Audiowid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1625850" y="3778500"/>
            <a:ext cx="5892300" cy="473700"/>
          </a:xfrm>
          <a:prstGeom prst="rect">
            <a:avLst/>
          </a:prstGeom>
          <a:noFill/>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5" name="Google Shape;15;p2"/>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16" name="Google Shape;16;p2"/>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9" name="Google Shape;19;p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title"/>
          </p:nvPr>
        </p:nvSpPr>
        <p:spPr>
          <a:xfrm>
            <a:off x="4491888" y="1682463"/>
            <a:ext cx="3312300" cy="11130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700">
                <a:solidFill>
                  <a:schemeClr val="accent1"/>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3" name="Google Shape;23;p3"/>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24" name="Google Shape;24;p3"/>
          <p:cNvSpPr txBox="1">
            <a:spLocks noGrp="1"/>
          </p:cNvSpPr>
          <p:nvPr>
            <p:ph type="title" idx="2" hasCustomPrompt="1"/>
          </p:nvPr>
        </p:nvSpPr>
        <p:spPr>
          <a:xfrm>
            <a:off x="1931113" y="1872250"/>
            <a:ext cx="1728900" cy="1188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25" name="Google Shape;25;p3"/>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26" name="Google Shape;26;p3"/>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pic>
        <p:nvPicPr>
          <p:cNvPr id="49" name="Google Shape;49;p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50" name="Google Shape;50;p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54" name="Google Shape;54;p6"/>
          <p:cNvPicPr preferRelativeResize="0"/>
          <p:nvPr/>
        </p:nvPicPr>
        <p:blipFill rotWithShape="1">
          <a:blip r:embed="rId3">
            <a:alphaModFix amt="75000"/>
          </a:blip>
          <a:srcRect l="24087" t="19903"/>
          <a:stretch/>
        </p:blipFill>
        <p:spPr>
          <a:xfrm>
            <a:off x="-104775" y="-85500"/>
            <a:ext cx="3714749" cy="2426851"/>
          </a:xfrm>
          <a:prstGeom prst="rect">
            <a:avLst/>
          </a:prstGeom>
          <a:noFill/>
          <a:ln>
            <a:noFill/>
          </a:ln>
        </p:spPr>
      </p:pic>
      <p:pic>
        <p:nvPicPr>
          <p:cNvPr id="55" name="Google Shape;55;p6"/>
          <p:cNvPicPr preferRelativeResize="0"/>
          <p:nvPr/>
        </p:nvPicPr>
        <p:blipFill rotWithShape="1">
          <a:blip r:embed="rId3">
            <a:alphaModFix amt="75000"/>
          </a:blip>
          <a:srcRect l="22039" t="14089"/>
          <a:stretch/>
        </p:blipFill>
        <p:spPr>
          <a:xfrm rot="-10799995">
            <a:off x="5705475" y="2752926"/>
            <a:ext cx="3629025" cy="247629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58" name="Google Shape;58;p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txBox="1">
            <a:spLocks noGrp="1"/>
          </p:cNvSpPr>
          <p:nvPr>
            <p:ph type="title"/>
          </p:nvPr>
        </p:nvSpPr>
        <p:spPr>
          <a:xfrm>
            <a:off x="4381506" y="887025"/>
            <a:ext cx="4038600" cy="95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7"/>
          <p:cNvSpPr txBox="1">
            <a:spLocks noGrp="1"/>
          </p:cNvSpPr>
          <p:nvPr>
            <p:ph type="body" idx="1"/>
          </p:nvPr>
        </p:nvSpPr>
        <p:spPr>
          <a:xfrm>
            <a:off x="4381500" y="1843575"/>
            <a:ext cx="4038600" cy="2436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a:lvl1pPr>
            <a:lvl2pPr marL="914400" lvl="1" indent="-317500" rtl="0">
              <a:spcBef>
                <a:spcPts val="0"/>
              </a:spcBef>
              <a:spcAft>
                <a:spcPts val="0"/>
              </a:spcAft>
              <a:buSzPts val="1400"/>
              <a:buChar char="○"/>
              <a:defRPr/>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pic>
        <p:nvPicPr>
          <p:cNvPr id="63" name="Google Shape;63;p7"/>
          <p:cNvPicPr preferRelativeResize="0"/>
          <p:nvPr/>
        </p:nvPicPr>
        <p:blipFill rotWithShape="1">
          <a:blip r:embed="rId3">
            <a:alphaModFix amt="75000"/>
          </a:blip>
          <a:srcRect l="24156" t="16303"/>
          <a:stretch/>
        </p:blipFill>
        <p:spPr>
          <a:xfrm rot="5400000">
            <a:off x="5767588" y="527636"/>
            <a:ext cx="4294574" cy="2934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pic>
        <p:nvPicPr>
          <p:cNvPr id="65" name="Google Shape;65;p8"/>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66" name="Google Shape;66;p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8"/>
          <p:cNvSpPr txBox="1">
            <a:spLocks noGrp="1"/>
          </p:cNvSpPr>
          <p:nvPr>
            <p:ph type="title"/>
          </p:nvPr>
        </p:nvSpPr>
        <p:spPr>
          <a:xfrm>
            <a:off x="2005350" y="1506750"/>
            <a:ext cx="5133300" cy="213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pic>
        <p:nvPicPr>
          <p:cNvPr id="70" name="Google Shape;70;p8"/>
          <p:cNvPicPr preferRelativeResize="0"/>
          <p:nvPr/>
        </p:nvPicPr>
        <p:blipFill>
          <a:blip r:embed="rId3">
            <a:alphaModFix amt="75000"/>
          </a:blip>
          <a:stretch>
            <a:fillRect/>
          </a:stretch>
        </p:blipFill>
        <p:spPr>
          <a:xfrm rot="5400000">
            <a:off x="4270575" y="37800"/>
            <a:ext cx="6816287" cy="4220224"/>
          </a:xfrm>
          <a:prstGeom prst="rect">
            <a:avLst/>
          </a:prstGeom>
          <a:noFill/>
          <a:ln>
            <a:noFill/>
          </a:ln>
        </p:spPr>
      </p:pic>
      <p:pic>
        <p:nvPicPr>
          <p:cNvPr id="71" name="Google Shape;71;p8"/>
          <p:cNvPicPr preferRelativeResize="0"/>
          <p:nvPr/>
        </p:nvPicPr>
        <p:blipFill>
          <a:blip r:embed="rId3">
            <a:alphaModFix amt="75000"/>
          </a:blip>
          <a:stretch>
            <a:fillRect/>
          </a:stretch>
        </p:blipFill>
        <p:spPr>
          <a:xfrm rot="-5399997">
            <a:off x="-1890149" y="942974"/>
            <a:ext cx="6692275" cy="4143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pic>
        <p:nvPicPr>
          <p:cNvPr id="73" name="Google Shape;73;p9"/>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74" name="Google Shape;74;p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txBox="1">
            <a:spLocks noGrp="1"/>
          </p:cNvSpPr>
          <p:nvPr>
            <p:ph type="title"/>
          </p:nvPr>
        </p:nvSpPr>
        <p:spPr>
          <a:xfrm>
            <a:off x="970400" y="1168075"/>
            <a:ext cx="3133800" cy="181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8" name="Google Shape;78;p9"/>
          <p:cNvSpPr txBox="1">
            <a:spLocks noGrp="1"/>
          </p:cNvSpPr>
          <p:nvPr>
            <p:ph type="subTitle" idx="1"/>
          </p:nvPr>
        </p:nvSpPr>
        <p:spPr>
          <a:xfrm>
            <a:off x="970400" y="3167250"/>
            <a:ext cx="3133800" cy="84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79" name="Google Shape;79;p9"/>
          <p:cNvPicPr preferRelativeResize="0"/>
          <p:nvPr/>
        </p:nvPicPr>
        <p:blipFill rotWithShape="1">
          <a:blip r:embed="rId3">
            <a:alphaModFix amt="75000"/>
          </a:blip>
          <a:srcRect l="19106" t="4942"/>
          <a:stretch/>
        </p:blipFill>
        <p:spPr>
          <a:xfrm rot="-5400000">
            <a:off x="-727588" y="1263239"/>
            <a:ext cx="4580326" cy="333259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6"/>
        <p:cNvGrpSpPr/>
        <p:nvPr/>
      </p:nvGrpSpPr>
      <p:grpSpPr>
        <a:xfrm>
          <a:off x="0" y="0"/>
          <a:ext cx="0" cy="0"/>
          <a:chOff x="0" y="0"/>
          <a:chExt cx="0" cy="0"/>
        </a:xfrm>
      </p:grpSpPr>
      <p:pic>
        <p:nvPicPr>
          <p:cNvPr id="87" name="Google Shape;87;p11"/>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88" name="Google Shape;88;p1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txBox="1">
            <a:spLocks noGrp="1"/>
          </p:cNvSpPr>
          <p:nvPr>
            <p:ph type="title" hasCustomPrompt="1"/>
          </p:nvPr>
        </p:nvSpPr>
        <p:spPr>
          <a:xfrm rot="186">
            <a:off x="977225" y="1686338"/>
            <a:ext cx="5538000" cy="1234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9600"/>
              <a:buNone/>
              <a:defRPr sz="8100"/>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
        <p:nvSpPr>
          <p:cNvPr id="92" name="Google Shape;92;p11"/>
          <p:cNvSpPr txBox="1">
            <a:spLocks noGrp="1"/>
          </p:cNvSpPr>
          <p:nvPr>
            <p:ph type="subTitle" idx="1"/>
          </p:nvPr>
        </p:nvSpPr>
        <p:spPr>
          <a:xfrm>
            <a:off x="977225" y="2821638"/>
            <a:ext cx="5538000" cy="45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None/>
              <a:defRPr sz="18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pic>
        <p:nvPicPr>
          <p:cNvPr id="93" name="Google Shape;93;p11"/>
          <p:cNvPicPr preferRelativeResize="0"/>
          <p:nvPr/>
        </p:nvPicPr>
        <p:blipFill rotWithShape="1">
          <a:blip r:embed="rId3">
            <a:alphaModFix amt="75000"/>
          </a:blip>
          <a:srcRect/>
          <a:stretch/>
        </p:blipFill>
        <p:spPr>
          <a:xfrm rot="6015032">
            <a:off x="3802652" y="445901"/>
            <a:ext cx="7113000" cy="4404125"/>
          </a:xfrm>
          <a:prstGeom prst="rect">
            <a:avLst/>
          </a:prstGeom>
          <a:noFill/>
          <a:ln>
            <a:noFill/>
          </a:ln>
        </p:spPr>
      </p:pic>
      <p:pic>
        <p:nvPicPr>
          <p:cNvPr id="94" name="Google Shape;94;p11"/>
          <p:cNvPicPr preferRelativeResize="0"/>
          <p:nvPr/>
        </p:nvPicPr>
        <p:blipFill rotWithShape="1">
          <a:blip r:embed="rId3">
            <a:alphaModFix amt="75000"/>
          </a:blip>
          <a:srcRect l="-60" t="537"/>
          <a:stretch/>
        </p:blipFill>
        <p:spPr>
          <a:xfrm rot="-5399997">
            <a:off x="-1590800" y="1404054"/>
            <a:ext cx="5772273" cy="35528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_11">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98" name="Google Shape;98;p1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a:spLocks noGrp="1"/>
          </p:cNvSpPr>
          <p:nvPr>
            <p:ph type="title"/>
          </p:nvPr>
        </p:nvSpPr>
        <p:spPr>
          <a:xfrm>
            <a:off x="713224"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13"/>
          <p:cNvSpPr txBox="1">
            <a:spLocks noGrp="1"/>
          </p:cNvSpPr>
          <p:nvPr>
            <p:ph type="subTitle" idx="1"/>
          </p:nvPr>
        </p:nvSpPr>
        <p:spPr>
          <a:xfrm>
            <a:off x="713224"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13"/>
          <p:cNvSpPr txBox="1">
            <a:spLocks noGrp="1"/>
          </p:cNvSpPr>
          <p:nvPr>
            <p:ph type="title" idx="2"/>
          </p:nvPr>
        </p:nvSpPr>
        <p:spPr>
          <a:xfrm>
            <a:off x="713224"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13"/>
          <p:cNvSpPr txBox="1">
            <a:spLocks noGrp="1"/>
          </p:cNvSpPr>
          <p:nvPr>
            <p:ph type="subTitle" idx="3"/>
          </p:nvPr>
        </p:nvSpPr>
        <p:spPr>
          <a:xfrm>
            <a:off x="713224"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13"/>
          <p:cNvSpPr txBox="1">
            <a:spLocks noGrp="1"/>
          </p:cNvSpPr>
          <p:nvPr>
            <p:ph type="title" idx="4"/>
          </p:nvPr>
        </p:nvSpPr>
        <p:spPr>
          <a:xfrm>
            <a:off x="3419251"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13"/>
          <p:cNvSpPr txBox="1">
            <a:spLocks noGrp="1"/>
          </p:cNvSpPr>
          <p:nvPr>
            <p:ph type="subTitle" idx="5"/>
          </p:nvPr>
        </p:nvSpPr>
        <p:spPr>
          <a:xfrm>
            <a:off x="3419251"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title" idx="6"/>
          </p:nvPr>
        </p:nvSpPr>
        <p:spPr>
          <a:xfrm>
            <a:off x="3419251"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8" name="Google Shape;108;p13"/>
          <p:cNvSpPr txBox="1">
            <a:spLocks noGrp="1"/>
          </p:cNvSpPr>
          <p:nvPr>
            <p:ph type="subTitle" idx="7"/>
          </p:nvPr>
        </p:nvSpPr>
        <p:spPr>
          <a:xfrm>
            <a:off x="3419251"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title" idx="8" hasCustomPrompt="1"/>
          </p:nvPr>
        </p:nvSpPr>
        <p:spPr>
          <a:xfrm>
            <a:off x="1415374"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9" hasCustomPrompt="1"/>
          </p:nvPr>
        </p:nvSpPr>
        <p:spPr>
          <a:xfrm>
            <a:off x="4121401"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13" hasCustomPrompt="1"/>
          </p:nvPr>
        </p:nvSpPr>
        <p:spPr>
          <a:xfrm>
            <a:off x="1415374"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title" idx="14" hasCustomPrompt="1"/>
          </p:nvPr>
        </p:nvSpPr>
        <p:spPr>
          <a:xfrm>
            <a:off x="4121401"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title" idx="15"/>
          </p:nvPr>
        </p:nvSpPr>
        <p:spPr>
          <a:xfrm>
            <a:off x="6125276"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4" name="Google Shape;114;p13"/>
          <p:cNvSpPr txBox="1">
            <a:spLocks noGrp="1"/>
          </p:cNvSpPr>
          <p:nvPr>
            <p:ph type="subTitle" idx="16"/>
          </p:nvPr>
        </p:nvSpPr>
        <p:spPr>
          <a:xfrm>
            <a:off x="6125276"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title" idx="17"/>
          </p:nvPr>
        </p:nvSpPr>
        <p:spPr>
          <a:xfrm>
            <a:off x="6125276"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6" name="Google Shape;116;p13"/>
          <p:cNvSpPr txBox="1">
            <a:spLocks noGrp="1"/>
          </p:cNvSpPr>
          <p:nvPr>
            <p:ph type="subTitle" idx="18"/>
          </p:nvPr>
        </p:nvSpPr>
        <p:spPr>
          <a:xfrm>
            <a:off x="6125276"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title" idx="19" hasCustomPrompt="1"/>
          </p:nvPr>
        </p:nvSpPr>
        <p:spPr>
          <a:xfrm>
            <a:off x="6827426"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20" hasCustomPrompt="1"/>
          </p:nvPr>
        </p:nvSpPr>
        <p:spPr>
          <a:xfrm>
            <a:off x="6827426"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119" name="Google Shape;119;p13"/>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120" name="Google Shape;120;p13"/>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121" name="Google Shape;121;p13"/>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22"/>
        <p:cNvGrpSpPr/>
        <p:nvPr/>
      </p:nvGrpSpPr>
      <p:grpSpPr>
        <a:xfrm>
          <a:off x="0" y="0"/>
          <a:ext cx="0" cy="0"/>
          <a:chOff x="0" y="0"/>
          <a:chExt cx="0" cy="0"/>
        </a:xfrm>
      </p:grpSpPr>
      <p:pic>
        <p:nvPicPr>
          <p:cNvPr id="123" name="Google Shape;123;p14"/>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24" name="Google Shape;124;p1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txBox="1">
            <a:spLocks noGrp="1"/>
          </p:cNvSpPr>
          <p:nvPr>
            <p:ph type="title"/>
          </p:nvPr>
        </p:nvSpPr>
        <p:spPr>
          <a:xfrm>
            <a:off x="1486024" y="3068248"/>
            <a:ext cx="6172200" cy="44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200">
                <a:solidFill>
                  <a:schemeClr val="accen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endParaRPr/>
          </a:p>
        </p:txBody>
      </p:sp>
      <p:sp>
        <p:nvSpPr>
          <p:cNvPr id="128" name="Google Shape;128;p14"/>
          <p:cNvSpPr txBox="1">
            <a:spLocks noGrp="1"/>
          </p:cNvSpPr>
          <p:nvPr>
            <p:ph type="subTitle" idx="1"/>
          </p:nvPr>
        </p:nvSpPr>
        <p:spPr>
          <a:xfrm>
            <a:off x="1485800" y="1628863"/>
            <a:ext cx="6172200" cy="1498200"/>
          </a:xfrm>
          <a:prstGeom prst="rect">
            <a:avLst/>
          </a:prstGeom>
          <a:noFill/>
        </p:spPr>
        <p:txBody>
          <a:bodyPr spcFirstLastPara="1" wrap="square" lIns="91425" tIns="91425" rIns="91425" bIns="91425" anchor="b" anchorCtr="0">
            <a:noAutofit/>
          </a:bodyPr>
          <a:lstStyle>
            <a:lvl1pPr lvl="0" algn="r" rtl="0">
              <a:lnSpc>
                <a:spcPct val="100000"/>
              </a:lnSpc>
              <a:spcBef>
                <a:spcPts val="0"/>
              </a:spcBef>
              <a:spcAft>
                <a:spcPts val="0"/>
              </a:spcAft>
              <a:buClr>
                <a:schemeClr val="lt1"/>
              </a:buClr>
              <a:buSzPts val="2500"/>
              <a:buNone/>
              <a:defRPr sz="2600">
                <a:solidFill>
                  <a:schemeClr val="lt1"/>
                </a:solidFill>
              </a:defRPr>
            </a:lvl1pPr>
            <a:lvl2pPr lvl="1" algn="ctr" rtl="0">
              <a:lnSpc>
                <a:spcPct val="100000"/>
              </a:lnSpc>
              <a:spcBef>
                <a:spcPts val="0"/>
              </a:spcBef>
              <a:spcAft>
                <a:spcPts val="0"/>
              </a:spcAft>
              <a:buClr>
                <a:schemeClr val="lt1"/>
              </a:buClr>
              <a:buSzPts val="2500"/>
              <a:buNone/>
              <a:defRPr sz="2500">
                <a:solidFill>
                  <a:schemeClr val="lt1"/>
                </a:solidFill>
              </a:defRPr>
            </a:lvl2pPr>
            <a:lvl3pPr lvl="2" algn="ctr" rtl="0">
              <a:lnSpc>
                <a:spcPct val="100000"/>
              </a:lnSpc>
              <a:spcBef>
                <a:spcPts val="0"/>
              </a:spcBef>
              <a:spcAft>
                <a:spcPts val="0"/>
              </a:spcAft>
              <a:buClr>
                <a:schemeClr val="lt1"/>
              </a:buClr>
              <a:buSzPts val="2500"/>
              <a:buNone/>
              <a:defRPr sz="2500">
                <a:solidFill>
                  <a:schemeClr val="lt1"/>
                </a:solidFill>
              </a:defRPr>
            </a:lvl3pPr>
            <a:lvl4pPr lvl="3" algn="ctr" rtl="0">
              <a:lnSpc>
                <a:spcPct val="100000"/>
              </a:lnSpc>
              <a:spcBef>
                <a:spcPts val="0"/>
              </a:spcBef>
              <a:spcAft>
                <a:spcPts val="0"/>
              </a:spcAft>
              <a:buClr>
                <a:schemeClr val="lt1"/>
              </a:buClr>
              <a:buSzPts val="2500"/>
              <a:buNone/>
              <a:defRPr sz="2500">
                <a:solidFill>
                  <a:schemeClr val="lt1"/>
                </a:solidFill>
              </a:defRPr>
            </a:lvl4pPr>
            <a:lvl5pPr lvl="4" algn="ctr" rtl="0">
              <a:lnSpc>
                <a:spcPct val="100000"/>
              </a:lnSpc>
              <a:spcBef>
                <a:spcPts val="0"/>
              </a:spcBef>
              <a:spcAft>
                <a:spcPts val="0"/>
              </a:spcAft>
              <a:buClr>
                <a:schemeClr val="lt1"/>
              </a:buClr>
              <a:buSzPts val="2500"/>
              <a:buNone/>
              <a:defRPr sz="2500">
                <a:solidFill>
                  <a:schemeClr val="lt1"/>
                </a:solidFill>
              </a:defRPr>
            </a:lvl5pPr>
            <a:lvl6pPr lvl="5" algn="ctr" rtl="0">
              <a:lnSpc>
                <a:spcPct val="100000"/>
              </a:lnSpc>
              <a:spcBef>
                <a:spcPts val="0"/>
              </a:spcBef>
              <a:spcAft>
                <a:spcPts val="0"/>
              </a:spcAft>
              <a:buClr>
                <a:schemeClr val="lt1"/>
              </a:buClr>
              <a:buSzPts val="2500"/>
              <a:buNone/>
              <a:defRPr sz="2500">
                <a:solidFill>
                  <a:schemeClr val="lt1"/>
                </a:solidFill>
              </a:defRPr>
            </a:lvl6pPr>
            <a:lvl7pPr lvl="6" algn="ctr" rtl="0">
              <a:lnSpc>
                <a:spcPct val="100000"/>
              </a:lnSpc>
              <a:spcBef>
                <a:spcPts val="0"/>
              </a:spcBef>
              <a:spcAft>
                <a:spcPts val="0"/>
              </a:spcAft>
              <a:buClr>
                <a:schemeClr val="lt1"/>
              </a:buClr>
              <a:buSzPts val="2500"/>
              <a:buNone/>
              <a:defRPr sz="2500">
                <a:solidFill>
                  <a:schemeClr val="lt1"/>
                </a:solidFill>
              </a:defRPr>
            </a:lvl7pPr>
            <a:lvl8pPr lvl="7" algn="ctr" rtl="0">
              <a:lnSpc>
                <a:spcPct val="100000"/>
              </a:lnSpc>
              <a:spcBef>
                <a:spcPts val="0"/>
              </a:spcBef>
              <a:spcAft>
                <a:spcPts val="0"/>
              </a:spcAft>
              <a:buClr>
                <a:schemeClr val="lt1"/>
              </a:buClr>
              <a:buSzPts val="2500"/>
              <a:buNone/>
              <a:defRPr sz="2500">
                <a:solidFill>
                  <a:schemeClr val="lt1"/>
                </a:solidFill>
              </a:defRPr>
            </a:lvl8pPr>
            <a:lvl9pPr lvl="8" algn="ctr" rtl="0">
              <a:lnSpc>
                <a:spcPct val="100000"/>
              </a:lnSpc>
              <a:spcBef>
                <a:spcPts val="0"/>
              </a:spcBef>
              <a:spcAft>
                <a:spcPts val="0"/>
              </a:spcAft>
              <a:buClr>
                <a:schemeClr val="lt1"/>
              </a:buClr>
              <a:buSzPts val="2500"/>
              <a:buNone/>
              <a:defRPr sz="2500">
                <a:solidFill>
                  <a:schemeClr val="lt1"/>
                </a:solidFill>
              </a:defRPr>
            </a:lvl9pPr>
          </a:lstStyle>
          <a:p>
            <a:endParaRPr/>
          </a:p>
        </p:txBody>
      </p:sp>
      <p:pic>
        <p:nvPicPr>
          <p:cNvPr id="129" name="Google Shape;129;p14"/>
          <p:cNvPicPr preferRelativeResize="0"/>
          <p:nvPr/>
        </p:nvPicPr>
        <p:blipFill rotWithShape="1">
          <a:blip r:embed="rId3">
            <a:alphaModFix amt="75000"/>
          </a:blip>
          <a:srcRect/>
          <a:stretch/>
        </p:blipFill>
        <p:spPr>
          <a:xfrm>
            <a:off x="-1436100" y="-758750"/>
            <a:ext cx="6816174" cy="4220351"/>
          </a:xfrm>
          <a:prstGeom prst="rect">
            <a:avLst/>
          </a:prstGeom>
          <a:noFill/>
          <a:ln>
            <a:noFill/>
          </a:ln>
        </p:spPr>
      </p:pic>
      <p:pic>
        <p:nvPicPr>
          <p:cNvPr id="130" name="Google Shape;130;p14"/>
          <p:cNvPicPr preferRelativeResize="0"/>
          <p:nvPr/>
        </p:nvPicPr>
        <p:blipFill rotWithShape="1">
          <a:blip r:embed="rId3">
            <a:alphaModFix amt="75000"/>
          </a:blip>
          <a:srcRect l="-6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2_1_2">
    <p:spTree>
      <p:nvGrpSpPr>
        <p:cNvPr id="1" name="Shape 131"/>
        <p:cNvGrpSpPr/>
        <p:nvPr/>
      </p:nvGrpSpPr>
      <p:grpSpPr>
        <a:xfrm>
          <a:off x="0" y="0"/>
          <a:ext cx="0" cy="0"/>
          <a:chOff x="0" y="0"/>
          <a:chExt cx="0" cy="0"/>
        </a:xfrm>
      </p:grpSpPr>
      <p:pic>
        <p:nvPicPr>
          <p:cNvPr id="132" name="Google Shape;132;p15"/>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33" name="Google Shape;133;p1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txBox="1">
            <a:spLocks noGrp="1"/>
          </p:cNvSpPr>
          <p:nvPr>
            <p:ph type="title"/>
          </p:nvPr>
        </p:nvSpPr>
        <p:spPr>
          <a:xfrm>
            <a:off x="964750" y="1536350"/>
            <a:ext cx="2947500" cy="55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7" name="Google Shape;137;p15"/>
          <p:cNvSpPr txBox="1">
            <a:spLocks noGrp="1"/>
          </p:cNvSpPr>
          <p:nvPr>
            <p:ph type="subTitle" idx="1"/>
          </p:nvPr>
        </p:nvSpPr>
        <p:spPr>
          <a:xfrm rot="350">
            <a:off x="964550" y="2381675"/>
            <a:ext cx="2947500" cy="1404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138" name="Google Shape;138;p15"/>
          <p:cNvPicPr preferRelativeResize="0"/>
          <p:nvPr/>
        </p:nvPicPr>
        <p:blipFill rotWithShape="1">
          <a:blip r:embed="rId3">
            <a:alphaModFix amt="75000"/>
          </a:blip>
          <a:srcRect l="20571" t="8875"/>
          <a:stretch/>
        </p:blipFill>
        <p:spPr>
          <a:xfrm rot="10800000">
            <a:off x="4713096" y="1967777"/>
            <a:ext cx="4497577" cy="3194774"/>
          </a:xfrm>
          <a:prstGeom prst="rect">
            <a:avLst/>
          </a:prstGeom>
          <a:noFill/>
          <a:ln>
            <a:noFill/>
          </a:ln>
        </p:spPr>
      </p:pic>
      <p:pic>
        <p:nvPicPr>
          <p:cNvPr id="139" name="Google Shape;139;p15"/>
          <p:cNvPicPr preferRelativeResize="0"/>
          <p:nvPr/>
        </p:nvPicPr>
        <p:blipFill rotWithShape="1">
          <a:blip r:embed="rId3">
            <a:alphaModFix amt="75000"/>
          </a:blip>
          <a:srcRect l="20886" t="8231"/>
          <a:stretch/>
        </p:blipFill>
        <p:spPr>
          <a:xfrm rot="4">
            <a:off x="-66675" y="-190497"/>
            <a:ext cx="4563850" cy="327786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2_1_1_1">
    <p:spTree>
      <p:nvGrpSpPr>
        <p:cNvPr id="1" name="Shape 140"/>
        <p:cNvGrpSpPr/>
        <p:nvPr/>
      </p:nvGrpSpPr>
      <p:grpSpPr>
        <a:xfrm>
          <a:off x="0" y="0"/>
          <a:ext cx="0" cy="0"/>
          <a:chOff x="0" y="0"/>
          <a:chExt cx="0" cy="0"/>
        </a:xfrm>
      </p:grpSpPr>
      <p:pic>
        <p:nvPicPr>
          <p:cNvPr id="141" name="Google Shape;141;p1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42" name="Google Shape;142;p1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txBox="1">
            <a:spLocks noGrp="1"/>
          </p:cNvSpPr>
          <p:nvPr>
            <p:ph type="body" idx="1"/>
          </p:nvPr>
        </p:nvSpPr>
        <p:spPr>
          <a:xfrm>
            <a:off x="720000" y="1456400"/>
            <a:ext cx="7704000" cy="2594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dk2"/>
              </a:buClr>
              <a:buSzPts val="1200"/>
              <a:buChar char="●"/>
              <a:defRPr sz="1200" b="1"/>
            </a:lvl1pPr>
            <a:lvl2pPr marL="914400" lvl="1" indent="-317500" rtl="0">
              <a:spcBef>
                <a:spcPts val="0"/>
              </a:spcBef>
              <a:spcAft>
                <a:spcPts val="0"/>
              </a:spcAft>
              <a:buClr>
                <a:schemeClr val="lt1"/>
              </a:buClr>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6" name="Google Shape;146;p16"/>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7" name="Google Shape;147;p16"/>
          <p:cNvPicPr preferRelativeResize="0"/>
          <p:nvPr/>
        </p:nvPicPr>
        <p:blipFill rotWithShape="1">
          <a:blip r:embed="rId3">
            <a:alphaModFix amt="75000"/>
          </a:blip>
          <a:srcRect/>
          <a:stretch/>
        </p:blipFill>
        <p:spPr>
          <a:xfrm rot="5400000">
            <a:off x="5369415" y="-442041"/>
            <a:ext cx="5662423" cy="3506001"/>
          </a:xfrm>
          <a:prstGeom prst="rect">
            <a:avLst/>
          </a:prstGeom>
          <a:noFill/>
          <a:ln>
            <a:noFill/>
          </a:ln>
        </p:spPr>
      </p:pic>
      <p:pic>
        <p:nvPicPr>
          <p:cNvPr id="148" name="Google Shape;148;p16"/>
          <p:cNvPicPr preferRelativeResize="0"/>
          <p:nvPr/>
        </p:nvPicPr>
        <p:blipFill rotWithShape="1">
          <a:blip r:embed="rId3">
            <a:alphaModFix amt="75000"/>
          </a:blip>
          <a:srcRect l="-60" t="537"/>
          <a:stretch/>
        </p:blipFill>
        <p:spPr>
          <a:xfrm rot="-5399997">
            <a:off x="-1828923" y="1781179"/>
            <a:ext cx="5772273" cy="355281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CUSTOM_9">
    <p:spTree>
      <p:nvGrpSpPr>
        <p:cNvPr id="1" name="Shape 222"/>
        <p:cNvGrpSpPr/>
        <p:nvPr/>
      </p:nvGrpSpPr>
      <p:grpSpPr>
        <a:xfrm>
          <a:off x="0" y="0"/>
          <a:ext cx="0" cy="0"/>
          <a:chOff x="0" y="0"/>
          <a:chExt cx="0" cy="0"/>
        </a:xfrm>
      </p:grpSpPr>
      <p:pic>
        <p:nvPicPr>
          <p:cNvPr id="223" name="Google Shape;223;p22"/>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24" name="Google Shape;224;p2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2"/>
          <p:cNvSpPr txBox="1">
            <a:spLocks noGrp="1"/>
          </p:cNvSpPr>
          <p:nvPr>
            <p:ph type="title"/>
          </p:nvPr>
        </p:nvSpPr>
        <p:spPr>
          <a:xfrm>
            <a:off x="867750" y="3269200"/>
            <a:ext cx="1841400" cy="36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28" name="Google Shape;228;p22"/>
          <p:cNvSpPr txBox="1">
            <a:spLocks noGrp="1"/>
          </p:cNvSpPr>
          <p:nvPr>
            <p:ph type="subTitle" idx="1"/>
          </p:nvPr>
        </p:nvSpPr>
        <p:spPr>
          <a:xfrm>
            <a:off x="867750" y="3500976"/>
            <a:ext cx="1841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9" name="Google Shape;229;p22"/>
          <p:cNvSpPr txBox="1">
            <a:spLocks noGrp="1"/>
          </p:cNvSpPr>
          <p:nvPr>
            <p:ph type="title" idx="2"/>
          </p:nvPr>
        </p:nvSpPr>
        <p:spPr>
          <a:xfrm>
            <a:off x="3651596" y="3269200"/>
            <a:ext cx="1841400" cy="36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30" name="Google Shape;230;p22"/>
          <p:cNvSpPr txBox="1">
            <a:spLocks noGrp="1"/>
          </p:cNvSpPr>
          <p:nvPr>
            <p:ph type="subTitle" idx="3"/>
          </p:nvPr>
        </p:nvSpPr>
        <p:spPr>
          <a:xfrm>
            <a:off x="3651596" y="3500976"/>
            <a:ext cx="1841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1" name="Google Shape;231;p22"/>
          <p:cNvSpPr txBox="1">
            <a:spLocks noGrp="1"/>
          </p:cNvSpPr>
          <p:nvPr>
            <p:ph type="title" idx="4"/>
          </p:nvPr>
        </p:nvSpPr>
        <p:spPr>
          <a:xfrm>
            <a:off x="6434843" y="3269200"/>
            <a:ext cx="1841400" cy="36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32" name="Google Shape;232;p22"/>
          <p:cNvSpPr txBox="1">
            <a:spLocks noGrp="1"/>
          </p:cNvSpPr>
          <p:nvPr>
            <p:ph type="subTitle" idx="5"/>
          </p:nvPr>
        </p:nvSpPr>
        <p:spPr>
          <a:xfrm>
            <a:off x="6434843" y="3500976"/>
            <a:ext cx="1841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3" name="Google Shape;233;p22"/>
          <p:cNvSpPr txBox="1">
            <a:spLocks noGrp="1"/>
          </p:cNvSpPr>
          <p:nvPr>
            <p:ph type="title" idx="6" hasCustomPrompt="1"/>
          </p:nvPr>
        </p:nvSpPr>
        <p:spPr>
          <a:xfrm>
            <a:off x="1316850" y="1989375"/>
            <a:ext cx="943200" cy="514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000">
                <a:solidFill>
                  <a:schemeClr val="accent1"/>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34" name="Google Shape;234;p22"/>
          <p:cNvSpPr txBox="1">
            <a:spLocks noGrp="1"/>
          </p:cNvSpPr>
          <p:nvPr>
            <p:ph type="title" idx="7" hasCustomPrompt="1"/>
          </p:nvPr>
        </p:nvSpPr>
        <p:spPr>
          <a:xfrm>
            <a:off x="4100400" y="1989375"/>
            <a:ext cx="943200" cy="514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000">
                <a:solidFill>
                  <a:schemeClr val="accent1"/>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235" name="Google Shape;235;p22"/>
          <p:cNvSpPr txBox="1">
            <a:spLocks noGrp="1"/>
          </p:cNvSpPr>
          <p:nvPr>
            <p:ph type="title" idx="8" hasCustomPrompt="1"/>
          </p:nvPr>
        </p:nvSpPr>
        <p:spPr>
          <a:xfrm>
            <a:off x="6883943" y="1989375"/>
            <a:ext cx="943200" cy="514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000">
                <a:solidFill>
                  <a:schemeClr val="accent1"/>
                </a:solidFill>
              </a:defRPr>
            </a:lvl1pPr>
            <a:lvl2pPr lvl="1" algn="ctr" rtl="0">
              <a:spcBef>
                <a:spcPts val="0"/>
              </a:spcBef>
              <a:spcAft>
                <a:spcPts val="0"/>
              </a:spcAft>
              <a:buClr>
                <a:schemeClr val="accent2"/>
              </a:buClr>
              <a:buSzPts val="4800"/>
              <a:buNone/>
              <a:defRPr sz="4800">
                <a:solidFill>
                  <a:schemeClr val="accent2"/>
                </a:solidFill>
              </a:defRPr>
            </a:lvl2pPr>
            <a:lvl3pPr lvl="2" algn="ctr" rtl="0">
              <a:spcBef>
                <a:spcPts val="0"/>
              </a:spcBef>
              <a:spcAft>
                <a:spcPts val="0"/>
              </a:spcAft>
              <a:buClr>
                <a:schemeClr val="accent2"/>
              </a:buClr>
              <a:buSzPts val="4800"/>
              <a:buNone/>
              <a:defRPr sz="4800">
                <a:solidFill>
                  <a:schemeClr val="accent2"/>
                </a:solidFill>
              </a:defRPr>
            </a:lvl3pPr>
            <a:lvl4pPr lvl="3" algn="ctr" rtl="0">
              <a:spcBef>
                <a:spcPts val="0"/>
              </a:spcBef>
              <a:spcAft>
                <a:spcPts val="0"/>
              </a:spcAft>
              <a:buClr>
                <a:schemeClr val="accent2"/>
              </a:buClr>
              <a:buSzPts val="4800"/>
              <a:buNone/>
              <a:defRPr sz="4800">
                <a:solidFill>
                  <a:schemeClr val="accent2"/>
                </a:solidFill>
              </a:defRPr>
            </a:lvl4pPr>
            <a:lvl5pPr lvl="4" algn="ctr" rtl="0">
              <a:spcBef>
                <a:spcPts val="0"/>
              </a:spcBef>
              <a:spcAft>
                <a:spcPts val="0"/>
              </a:spcAft>
              <a:buClr>
                <a:schemeClr val="accent2"/>
              </a:buClr>
              <a:buSzPts val="4800"/>
              <a:buNone/>
              <a:defRPr sz="4800">
                <a:solidFill>
                  <a:schemeClr val="accent2"/>
                </a:solidFill>
              </a:defRPr>
            </a:lvl5pPr>
            <a:lvl6pPr lvl="5" algn="ctr" rtl="0">
              <a:spcBef>
                <a:spcPts val="0"/>
              </a:spcBef>
              <a:spcAft>
                <a:spcPts val="0"/>
              </a:spcAft>
              <a:buClr>
                <a:schemeClr val="accent2"/>
              </a:buClr>
              <a:buSzPts val="4800"/>
              <a:buNone/>
              <a:defRPr sz="4800">
                <a:solidFill>
                  <a:schemeClr val="accent2"/>
                </a:solidFill>
              </a:defRPr>
            </a:lvl6pPr>
            <a:lvl7pPr lvl="6" algn="ctr" rtl="0">
              <a:spcBef>
                <a:spcPts val="0"/>
              </a:spcBef>
              <a:spcAft>
                <a:spcPts val="0"/>
              </a:spcAft>
              <a:buClr>
                <a:schemeClr val="accent2"/>
              </a:buClr>
              <a:buSzPts val="4800"/>
              <a:buNone/>
              <a:defRPr sz="4800">
                <a:solidFill>
                  <a:schemeClr val="accent2"/>
                </a:solidFill>
              </a:defRPr>
            </a:lvl7pPr>
            <a:lvl8pPr lvl="7" algn="ctr" rtl="0">
              <a:spcBef>
                <a:spcPts val="0"/>
              </a:spcBef>
              <a:spcAft>
                <a:spcPts val="0"/>
              </a:spcAft>
              <a:buClr>
                <a:schemeClr val="accent2"/>
              </a:buClr>
              <a:buSzPts val="4800"/>
              <a:buNone/>
              <a:defRPr sz="4800">
                <a:solidFill>
                  <a:schemeClr val="accent2"/>
                </a:solidFill>
              </a:defRPr>
            </a:lvl8pPr>
            <a:lvl9pPr lvl="8" algn="ctr" rtl="0">
              <a:spcBef>
                <a:spcPts val="0"/>
              </a:spcBef>
              <a:spcAft>
                <a:spcPts val="0"/>
              </a:spcAft>
              <a:buClr>
                <a:schemeClr val="accent2"/>
              </a:buClr>
              <a:buSzPts val="4800"/>
              <a:buNone/>
              <a:defRPr sz="4800">
                <a:solidFill>
                  <a:schemeClr val="accent2"/>
                </a:solidFill>
              </a:defRPr>
            </a:lvl9pPr>
          </a:lstStyle>
          <a:p>
            <a:r>
              <a:t>xx%</a:t>
            </a:r>
          </a:p>
        </p:txBody>
      </p:sp>
      <p:sp>
        <p:nvSpPr>
          <p:cNvPr id="236" name="Google Shape;236;p22"/>
          <p:cNvSpPr txBox="1">
            <a:spLocks noGrp="1"/>
          </p:cNvSpPr>
          <p:nvPr>
            <p:ph type="title" idx="9"/>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37" name="Google Shape;237;p22"/>
          <p:cNvPicPr preferRelativeResize="0"/>
          <p:nvPr/>
        </p:nvPicPr>
        <p:blipFill rotWithShape="1">
          <a:blip r:embed="rId3">
            <a:alphaModFix amt="75000"/>
          </a:blip>
          <a:srcRect l="23312" t="17389"/>
          <a:stretch/>
        </p:blipFill>
        <p:spPr>
          <a:xfrm rot="5400000">
            <a:off x="5724725" y="522874"/>
            <a:ext cx="4342200" cy="2896400"/>
          </a:xfrm>
          <a:prstGeom prst="rect">
            <a:avLst/>
          </a:prstGeom>
          <a:noFill/>
          <a:ln>
            <a:noFill/>
          </a:ln>
        </p:spPr>
      </p:pic>
      <p:pic>
        <p:nvPicPr>
          <p:cNvPr id="238" name="Google Shape;238;p22"/>
          <p:cNvPicPr preferRelativeResize="0"/>
          <p:nvPr/>
        </p:nvPicPr>
        <p:blipFill rotWithShape="1">
          <a:blip r:embed="rId3">
            <a:alphaModFix amt="75000"/>
          </a:blip>
          <a:srcRect l="21488" t="20407"/>
          <a:stretch/>
        </p:blipFill>
        <p:spPr>
          <a:xfrm rot="-5399996">
            <a:off x="-852549" y="1514479"/>
            <a:ext cx="4529198" cy="284314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257"/>
        <p:cNvGrpSpPr/>
        <p:nvPr/>
      </p:nvGrpSpPr>
      <p:grpSpPr>
        <a:xfrm>
          <a:off x="0" y="0"/>
          <a:ext cx="0" cy="0"/>
          <a:chOff x="0" y="0"/>
          <a:chExt cx="0" cy="0"/>
        </a:xfrm>
      </p:grpSpPr>
      <p:pic>
        <p:nvPicPr>
          <p:cNvPr id="258" name="Google Shape;258;p25"/>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59" name="Google Shape;259;p2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2" name="Google Shape;262;p25"/>
          <p:cNvPicPr preferRelativeResize="0"/>
          <p:nvPr/>
        </p:nvPicPr>
        <p:blipFill rotWithShape="1">
          <a:blip r:embed="rId3">
            <a:alphaModFix amt="75000"/>
          </a:blip>
          <a:srcRect l="23664" t="13299"/>
          <a:stretch/>
        </p:blipFill>
        <p:spPr>
          <a:xfrm>
            <a:off x="9525" y="-156200"/>
            <a:ext cx="4171950" cy="2933699"/>
          </a:xfrm>
          <a:prstGeom prst="rect">
            <a:avLst/>
          </a:prstGeom>
          <a:noFill/>
          <a:ln>
            <a:noFill/>
          </a:ln>
        </p:spPr>
      </p:pic>
      <p:pic>
        <p:nvPicPr>
          <p:cNvPr id="263" name="Google Shape;263;p25"/>
          <p:cNvPicPr preferRelativeResize="0"/>
          <p:nvPr/>
        </p:nvPicPr>
        <p:blipFill rotWithShape="1">
          <a:blip r:embed="rId3">
            <a:alphaModFix amt="75000"/>
          </a:blip>
          <a:srcRect l="21334"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18_1">
    <p:spTree>
      <p:nvGrpSpPr>
        <p:cNvPr id="1" name="Shape 264"/>
        <p:cNvGrpSpPr/>
        <p:nvPr/>
      </p:nvGrpSpPr>
      <p:grpSpPr>
        <a:xfrm>
          <a:off x="0" y="0"/>
          <a:ext cx="0" cy="0"/>
          <a:chOff x="0" y="0"/>
          <a:chExt cx="0" cy="0"/>
        </a:xfrm>
      </p:grpSpPr>
      <p:pic>
        <p:nvPicPr>
          <p:cNvPr id="265" name="Google Shape;265;p2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66" name="Google Shape;266;p2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26"/>
          <p:cNvPicPr preferRelativeResize="0"/>
          <p:nvPr/>
        </p:nvPicPr>
        <p:blipFill rotWithShape="1">
          <a:blip r:embed="rId3">
            <a:alphaModFix amt="75000"/>
          </a:blip>
          <a:srcRect l="20356"/>
          <a:stretch/>
        </p:blipFill>
        <p:spPr>
          <a:xfrm rot="5400000">
            <a:off x="4631025" y="510125"/>
            <a:ext cx="5524500" cy="4294700"/>
          </a:xfrm>
          <a:prstGeom prst="rect">
            <a:avLst/>
          </a:prstGeom>
          <a:noFill/>
          <a:ln>
            <a:noFill/>
          </a:ln>
        </p:spPr>
      </p:pic>
      <p:pic>
        <p:nvPicPr>
          <p:cNvPr id="270" name="Google Shape;270;p26"/>
          <p:cNvPicPr preferRelativeResize="0"/>
          <p:nvPr/>
        </p:nvPicPr>
        <p:blipFill rotWithShape="1">
          <a:blip r:embed="rId3">
            <a:alphaModFix amt="75000"/>
          </a:blip>
          <a:srcRect l="16645" t="537"/>
          <a:stretch/>
        </p:blipFill>
        <p:spPr>
          <a:xfrm rot="-5399997">
            <a:off x="-1058539" y="294014"/>
            <a:ext cx="5654502" cy="417781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9"/>
        <p:cNvGrpSpPr/>
        <p:nvPr/>
      </p:nvGrpSpPr>
      <p:grpSpPr>
        <a:xfrm>
          <a:off x="0" y="0"/>
          <a:ext cx="0" cy="0"/>
          <a:chOff x="0" y="0"/>
          <a:chExt cx="0" cy="0"/>
        </a:xfrm>
      </p:grpSpPr>
      <p:pic>
        <p:nvPicPr>
          <p:cNvPr id="150" name="Google Shape;150;p17"/>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51" name="Google Shape;151;p1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txBox="1">
            <a:spLocks noGrp="1"/>
          </p:cNvSpPr>
          <p:nvPr>
            <p:ph type="body" idx="1"/>
          </p:nvPr>
        </p:nvSpPr>
        <p:spPr>
          <a:xfrm>
            <a:off x="713225" y="1475125"/>
            <a:ext cx="7717500" cy="31281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55" name="Google Shape;155;p17"/>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6" name="Google Shape;156;p17"/>
          <p:cNvPicPr preferRelativeResize="0"/>
          <p:nvPr/>
        </p:nvPicPr>
        <p:blipFill rotWithShape="1">
          <a:blip r:embed="rId3">
            <a:alphaModFix amt="75000"/>
          </a:blip>
          <a:srcRect l="-60" t="535" b="73705"/>
          <a:stretch/>
        </p:blipFill>
        <p:spPr>
          <a:xfrm rot="5400003">
            <a:off x="-2495438" y="2110890"/>
            <a:ext cx="5461376" cy="870545"/>
          </a:xfrm>
          <a:prstGeom prst="rect">
            <a:avLst/>
          </a:prstGeom>
          <a:noFill/>
          <a:ln>
            <a:noFill/>
          </a:ln>
        </p:spPr>
      </p:pic>
      <p:pic>
        <p:nvPicPr>
          <p:cNvPr id="157" name="Google Shape;157;p17"/>
          <p:cNvPicPr preferRelativeResize="0"/>
          <p:nvPr/>
        </p:nvPicPr>
        <p:blipFill rotWithShape="1">
          <a:blip r:embed="rId3">
            <a:alphaModFix amt="75000"/>
          </a:blip>
          <a:srcRect l="-60" t="535" b="73705"/>
          <a:stretch/>
        </p:blipFill>
        <p:spPr>
          <a:xfrm rot="-5399997">
            <a:off x="6178013" y="2110891"/>
            <a:ext cx="5461376" cy="870545"/>
          </a:xfrm>
          <a:prstGeom prst="rect">
            <a:avLst/>
          </a:prstGeom>
          <a:noFill/>
          <a:ln>
            <a:noFill/>
          </a:ln>
        </p:spPr>
      </p:pic>
    </p:spTree>
    <p:extLst>
      <p:ext uri="{BB962C8B-B14F-4D97-AF65-F5344CB8AC3E}">
        <p14:creationId xmlns:p14="http://schemas.microsoft.com/office/powerpoint/2010/main" val="600986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275"/>
        <p:cNvGrpSpPr/>
        <p:nvPr/>
      </p:nvGrpSpPr>
      <p:grpSpPr>
        <a:xfrm>
          <a:off x="0" y="0"/>
          <a:ext cx="0" cy="0"/>
          <a:chOff x="0" y="0"/>
          <a:chExt cx="0" cy="0"/>
        </a:xfrm>
      </p:grpSpPr>
      <p:sp>
        <p:nvSpPr>
          <p:cNvPr id="276" name="Google Shape;276;p29"/>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37000">
              <a:schemeClr val="dk1"/>
            </a:gs>
            <a:gs pos="63000">
              <a:schemeClr val="dk1"/>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2475"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782475"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marL="914400" lvl="1"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marL="1371600" lvl="2"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marL="1828800" lvl="3"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marL="2286000" lvl="4"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marL="2743200" lvl="5"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marL="3200400" lvl="6"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marL="3657600" lvl="7"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marL="4114800" lvl="8"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7" r:id="rId7"/>
    <p:sldLayoutId id="2147483658" r:id="rId8"/>
    <p:sldLayoutId id="2147483659" r:id="rId9"/>
    <p:sldLayoutId id="2147483660" r:id="rId10"/>
    <p:sldLayoutId id="2147483661" r:id="rId11"/>
    <p:sldLayoutId id="2147483662" r:id="rId12"/>
    <p:sldLayoutId id="2147483668" r:id="rId13"/>
    <p:sldLayoutId id="2147483671" r:id="rId14"/>
    <p:sldLayoutId id="2147483672" r:id="rId15"/>
    <p:sldLayoutId id="214748367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71"/>
        <p:cNvGrpSpPr/>
        <p:nvPr/>
      </p:nvGrpSpPr>
      <p:grpSpPr>
        <a:xfrm>
          <a:off x="0" y="0"/>
          <a:ext cx="0" cy="0"/>
          <a:chOff x="0" y="0"/>
          <a:chExt cx="0" cy="0"/>
        </a:xfrm>
      </p:grpSpPr>
      <p:sp>
        <p:nvSpPr>
          <p:cNvPr id="272" name="Google Shape;272;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73" name="Google Shape;273;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6.tmp"/><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spreadsheets/d/1KIkFJwwWqe0PtBsYMlvzRNmxRWbv6_92XS4Z8yIkknQ/copy"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0.tmp"/><Relationship Id="rId4" Type="http://schemas.openxmlformats.org/officeDocument/2006/relationships/image" Target="../media/image19.tmp"/></Relationships>
</file>

<file path=ppt/slides/_rels/slide17.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22.tmp"/></Relationships>
</file>

<file path=ppt/slides/_rels/slide1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26.tmp"/></Relationships>
</file>

<file path=ppt/slides/_rels/slide21.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image" Target="../media/image29.tmp"/><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p:nvPr/>
        </p:nvSpPr>
        <p:spPr>
          <a:xfrm>
            <a:off x="1727250" y="1063320"/>
            <a:ext cx="5689500" cy="2154806"/>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txBox="1">
            <a:spLocks noGrp="1"/>
          </p:cNvSpPr>
          <p:nvPr>
            <p:ph type="ctrTitle"/>
          </p:nvPr>
        </p:nvSpPr>
        <p:spPr>
          <a:xfrm>
            <a:off x="1655467" y="982065"/>
            <a:ext cx="5892300" cy="238742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CYBER BULLYING DETECTION</a:t>
            </a:r>
            <a:endParaRPr dirty="0">
              <a:solidFill>
                <a:srgbClr val="CC0000"/>
              </a:solidFill>
            </a:endParaRPr>
          </a:p>
        </p:txBody>
      </p:sp>
      <p:sp>
        <p:nvSpPr>
          <p:cNvPr id="283" name="Google Shape;283;p30"/>
          <p:cNvSpPr txBox="1">
            <a:spLocks noGrp="1"/>
          </p:cNvSpPr>
          <p:nvPr>
            <p:ph type="subTitle" idx="1"/>
          </p:nvPr>
        </p:nvSpPr>
        <p:spPr>
          <a:xfrm>
            <a:off x="1625850" y="3147060"/>
            <a:ext cx="5892300" cy="131911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IRENE BETSY D</a:t>
            </a:r>
          </a:p>
          <a:p>
            <a:pPr marL="0" lvl="0" indent="0" algn="ctr" rtl="0">
              <a:spcBef>
                <a:spcPts val="0"/>
              </a:spcBef>
              <a:spcAft>
                <a:spcPts val="0"/>
              </a:spcAft>
              <a:buNone/>
            </a:pPr>
            <a:r>
              <a:rPr lang="en" sz="2400" dirty="0"/>
              <a:t>21-PDS-013</a:t>
            </a:r>
          </a:p>
          <a:p>
            <a:pPr marL="0" lvl="0" indent="0" algn="ctr" rtl="0">
              <a:spcBef>
                <a:spcPts val="0"/>
              </a:spcBef>
              <a:spcAft>
                <a:spcPts val="0"/>
              </a:spcAft>
              <a:buNone/>
            </a:pPr>
            <a:r>
              <a:rPr lang="en" sz="2400" dirty="0"/>
              <a:t>Guide: Dr.P.Manikandan</a:t>
            </a:r>
          </a:p>
        </p:txBody>
      </p:sp>
      <p:grpSp>
        <p:nvGrpSpPr>
          <p:cNvPr id="284" name="Google Shape;284;p30"/>
          <p:cNvGrpSpPr/>
          <p:nvPr/>
        </p:nvGrpSpPr>
        <p:grpSpPr>
          <a:xfrm>
            <a:off x="1006807" y="487596"/>
            <a:ext cx="288601" cy="1096693"/>
            <a:chOff x="1006700" y="2603975"/>
            <a:chExt cx="55450" cy="210700"/>
          </a:xfrm>
        </p:grpSpPr>
        <p:sp>
          <p:nvSpPr>
            <p:cNvPr id="285" name="Google Shape;285;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30"/>
          <p:cNvGrpSpPr/>
          <p:nvPr/>
        </p:nvGrpSpPr>
        <p:grpSpPr>
          <a:xfrm rot="5400000">
            <a:off x="7769557" y="3906771"/>
            <a:ext cx="288601" cy="1096693"/>
            <a:chOff x="1006700" y="2603975"/>
            <a:chExt cx="55450" cy="210700"/>
          </a:xfrm>
        </p:grpSpPr>
        <p:sp>
          <p:nvSpPr>
            <p:cNvPr id="292" name="Google Shape;292;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30"/>
          <p:cNvGrpSpPr/>
          <p:nvPr/>
        </p:nvGrpSpPr>
        <p:grpSpPr>
          <a:xfrm>
            <a:off x="551124" y="3629702"/>
            <a:ext cx="1178637" cy="1096691"/>
            <a:chOff x="827350" y="3629733"/>
            <a:chExt cx="1431600" cy="1332067"/>
          </a:xfrm>
        </p:grpSpPr>
        <p:sp>
          <p:nvSpPr>
            <p:cNvPr id="299" name="Google Shape;29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30"/>
          <p:cNvGrpSpPr/>
          <p:nvPr/>
        </p:nvGrpSpPr>
        <p:grpSpPr>
          <a:xfrm>
            <a:off x="322602" y="2902809"/>
            <a:ext cx="781224" cy="726909"/>
            <a:chOff x="827350" y="3629733"/>
            <a:chExt cx="1431600" cy="1332067"/>
          </a:xfrm>
        </p:grpSpPr>
        <p:sp>
          <p:nvSpPr>
            <p:cNvPr id="303" name="Google Shape;303;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30"/>
          <p:cNvGrpSpPr/>
          <p:nvPr/>
        </p:nvGrpSpPr>
        <p:grpSpPr>
          <a:xfrm>
            <a:off x="1816189" y="4394848"/>
            <a:ext cx="356325" cy="331552"/>
            <a:chOff x="827350" y="3629733"/>
            <a:chExt cx="1431600" cy="1332067"/>
          </a:xfrm>
        </p:grpSpPr>
        <p:sp>
          <p:nvSpPr>
            <p:cNvPr id="307" name="Google Shape;307;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30"/>
          <p:cNvGrpSpPr/>
          <p:nvPr/>
        </p:nvGrpSpPr>
        <p:grpSpPr>
          <a:xfrm>
            <a:off x="7466251" y="219713"/>
            <a:ext cx="895180" cy="832942"/>
            <a:chOff x="827350" y="3629733"/>
            <a:chExt cx="1431600" cy="1332067"/>
          </a:xfrm>
        </p:grpSpPr>
        <p:sp>
          <p:nvSpPr>
            <p:cNvPr id="311" name="Google Shape;311;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30"/>
          <p:cNvGrpSpPr/>
          <p:nvPr/>
        </p:nvGrpSpPr>
        <p:grpSpPr>
          <a:xfrm>
            <a:off x="8131283" y="1065715"/>
            <a:ext cx="598982" cy="557337"/>
            <a:chOff x="827350" y="3629733"/>
            <a:chExt cx="1431600" cy="1332067"/>
          </a:xfrm>
        </p:grpSpPr>
        <p:sp>
          <p:nvSpPr>
            <p:cNvPr id="315" name="Google Shape;315;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30"/>
          <p:cNvGrpSpPr/>
          <p:nvPr/>
        </p:nvGrpSpPr>
        <p:grpSpPr>
          <a:xfrm>
            <a:off x="6901231" y="620669"/>
            <a:ext cx="464268" cy="431989"/>
            <a:chOff x="827350" y="3629733"/>
            <a:chExt cx="1431600" cy="1332067"/>
          </a:xfrm>
        </p:grpSpPr>
        <p:sp>
          <p:nvSpPr>
            <p:cNvPr id="319" name="Google Shape;31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pic>
        <p:nvPicPr>
          <p:cNvPr id="1354" name="Google Shape;1354;p55"/>
          <p:cNvPicPr preferRelativeResize="0"/>
          <p:nvPr/>
        </p:nvPicPr>
        <p:blipFill rotWithShape="1">
          <a:blip r:embed="rId3"/>
          <a:srcRect l="14385" t="1609" r="14385" b="1901"/>
          <a:stretch/>
        </p:blipFill>
        <p:spPr>
          <a:xfrm>
            <a:off x="855925" y="871388"/>
            <a:ext cx="3308100" cy="3342472"/>
          </a:xfrm>
          <a:prstGeom prst="snip2DiagRect">
            <a:avLst>
              <a:gd name="adj1" fmla="val 0"/>
              <a:gd name="adj2" fmla="val 7153"/>
            </a:avLst>
          </a:prstGeom>
          <a:noFill/>
          <a:ln w="9525" cap="flat" cmpd="sng">
            <a:solidFill>
              <a:schemeClr val="lt1"/>
            </a:solidFill>
            <a:prstDash val="solid"/>
            <a:round/>
            <a:headEnd type="none" w="sm" len="sm"/>
            <a:tailEnd type="none" w="sm" len="sm"/>
          </a:ln>
        </p:spPr>
      </p:pic>
      <p:sp>
        <p:nvSpPr>
          <p:cNvPr id="1343" name="Google Shape;1343;p55"/>
          <p:cNvSpPr/>
          <p:nvPr/>
        </p:nvSpPr>
        <p:spPr>
          <a:xfrm>
            <a:off x="4354662" y="708886"/>
            <a:ext cx="4038600" cy="9030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55"/>
          <p:cNvSpPr txBox="1">
            <a:spLocks noGrp="1"/>
          </p:cNvSpPr>
          <p:nvPr>
            <p:ph type="title"/>
          </p:nvPr>
        </p:nvSpPr>
        <p:spPr>
          <a:xfrm>
            <a:off x="4375107" y="518365"/>
            <a:ext cx="4038600" cy="95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ABSTRACT</a:t>
            </a:r>
            <a:endParaRPr dirty="0"/>
          </a:p>
        </p:txBody>
      </p:sp>
      <p:sp>
        <p:nvSpPr>
          <p:cNvPr id="1345" name="Google Shape;1345;p55"/>
          <p:cNvSpPr txBox="1">
            <a:spLocks noGrp="1"/>
          </p:cNvSpPr>
          <p:nvPr>
            <p:ph type="body" idx="1"/>
          </p:nvPr>
        </p:nvSpPr>
        <p:spPr>
          <a:xfrm>
            <a:off x="4499511" y="1665286"/>
            <a:ext cx="4122842" cy="2370285"/>
          </a:xfrm>
          <a:prstGeom prst="rect">
            <a:avLst/>
          </a:prstGeom>
        </p:spPr>
        <p:txBody>
          <a:bodyPr spcFirstLastPara="1" wrap="square" lIns="91425" tIns="91425" rIns="274300" bIns="91425" anchor="t" anchorCtr="0">
            <a:noAutofit/>
          </a:bodyPr>
          <a:lstStyle/>
          <a:p>
            <a:pPr marL="0" indent="0" algn="just">
              <a:buClr>
                <a:schemeClr val="dk1"/>
              </a:buClr>
              <a:buSzPts val="1100"/>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This project seeks to detect bullying-related texts. To achieve this, the GRU, RNN,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BiLSTM</a:t>
            </a:r>
            <a:r>
              <a:rPr lang="en-US" sz="2000" dirty="0">
                <a:effectLst/>
                <a:latin typeface="Calibri" panose="020F0502020204030204" pitchFamily="34" charset="0"/>
                <a:ea typeface="Calibri" panose="020F0502020204030204" pitchFamily="34" charset="0"/>
                <a:cs typeface="Times New Roman" panose="02020603050405020304" pitchFamily="18" charset="0"/>
              </a:rPr>
              <a:t>, and BERT models are trained and tested on the tweets in the Twitter database and comments from Instagram database acquired through web scraping, which is considered as the dataset.</a:t>
            </a:r>
            <a:endParaRPr sz="2000" dirty="0">
              <a:solidFill>
                <a:schemeClr val="lt1"/>
              </a:solidFill>
            </a:endParaRPr>
          </a:p>
        </p:txBody>
      </p:sp>
      <p:pic>
        <p:nvPicPr>
          <p:cNvPr id="1346" name="Google Shape;1346;p55"/>
          <p:cNvPicPr preferRelativeResize="0"/>
          <p:nvPr/>
        </p:nvPicPr>
        <p:blipFill rotWithShape="1">
          <a:blip r:embed="rId4">
            <a:alphaModFix amt="75000"/>
          </a:blip>
          <a:srcRect l="17877" t="14008"/>
          <a:stretch/>
        </p:blipFill>
        <p:spPr>
          <a:xfrm rot="-5399996">
            <a:off x="-899475" y="1372301"/>
            <a:ext cx="4737352" cy="3071746"/>
          </a:xfrm>
          <a:prstGeom prst="rect">
            <a:avLst/>
          </a:prstGeom>
          <a:noFill/>
          <a:ln>
            <a:noFill/>
          </a:ln>
        </p:spPr>
      </p:pic>
      <p:grpSp>
        <p:nvGrpSpPr>
          <p:cNvPr id="1347" name="Google Shape;1347;p55"/>
          <p:cNvGrpSpPr/>
          <p:nvPr/>
        </p:nvGrpSpPr>
        <p:grpSpPr>
          <a:xfrm>
            <a:off x="8637582" y="3602221"/>
            <a:ext cx="288601" cy="1096693"/>
            <a:chOff x="1006700" y="2603975"/>
            <a:chExt cx="55450" cy="210700"/>
          </a:xfrm>
        </p:grpSpPr>
        <p:sp>
          <p:nvSpPr>
            <p:cNvPr id="1348" name="Google Shape;1348;p5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55"/>
          <p:cNvGrpSpPr/>
          <p:nvPr/>
        </p:nvGrpSpPr>
        <p:grpSpPr>
          <a:xfrm>
            <a:off x="332772" y="288838"/>
            <a:ext cx="760896" cy="707727"/>
            <a:chOff x="827350" y="3629733"/>
            <a:chExt cx="1431600" cy="1332067"/>
          </a:xfrm>
        </p:grpSpPr>
        <p:sp>
          <p:nvSpPr>
            <p:cNvPr id="1356" name="Google Shape;1356;p5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55"/>
          <p:cNvGrpSpPr/>
          <p:nvPr/>
        </p:nvGrpSpPr>
        <p:grpSpPr>
          <a:xfrm>
            <a:off x="1205430" y="449959"/>
            <a:ext cx="527545" cy="490734"/>
            <a:chOff x="827350" y="3629733"/>
            <a:chExt cx="1431600" cy="1332067"/>
          </a:xfrm>
        </p:grpSpPr>
        <p:sp>
          <p:nvSpPr>
            <p:cNvPr id="1360" name="Google Shape;1360;p5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55"/>
          <p:cNvGrpSpPr/>
          <p:nvPr/>
        </p:nvGrpSpPr>
        <p:grpSpPr>
          <a:xfrm>
            <a:off x="543188" y="1131212"/>
            <a:ext cx="412158" cy="383369"/>
            <a:chOff x="827350" y="3629733"/>
            <a:chExt cx="1431600" cy="1332067"/>
          </a:xfrm>
        </p:grpSpPr>
        <p:sp>
          <p:nvSpPr>
            <p:cNvPr id="1364" name="Google Shape;1364;p5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Literature review</a:t>
            </a:r>
            <a:endParaRPr/>
          </a:p>
        </p:txBody>
      </p:sp>
      <p:sp>
        <p:nvSpPr>
          <p:cNvPr id="796" name="Google Shape;796;p42"/>
          <p:cNvSpPr txBox="1">
            <a:spLocks noGrp="1"/>
          </p:cNvSpPr>
          <p:nvPr>
            <p:ph type="body" idx="1"/>
          </p:nvPr>
        </p:nvSpPr>
        <p:spPr>
          <a:xfrm>
            <a:off x="720000" y="1456400"/>
            <a:ext cx="7704000" cy="25947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Font typeface="Nunito"/>
              <a:buChar char="●"/>
            </a:pPr>
            <a:r>
              <a:rPr lang="en-IN" dirty="0"/>
              <a:t>Theory-1:</a:t>
            </a:r>
          </a:p>
          <a:p>
            <a:pPr marL="609600" lvl="1" indent="0">
              <a:buSzPts val="1200"/>
              <a:buNone/>
            </a:pPr>
            <a:r>
              <a:rPr lang="en-IN" dirty="0" err="1"/>
              <a:t>Mitushi</a:t>
            </a:r>
            <a:r>
              <a:rPr lang="en-IN" dirty="0"/>
              <a:t> Raj . </a:t>
            </a:r>
            <a:r>
              <a:rPr lang="en-IN" dirty="0" err="1"/>
              <a:t>Samridhi</a:t>
            </a:r>
            <a:r>
              <a:rPr lang="en-IN" dirty="0"/>
              <a:t>-Singh . Kanishka Solanki . Ramani Selvanambi, Vellore Institute of Technology; 26 July 2022, </a:t>
            </a:r>
            <a:r>
              <a:rPr lang="en-US" dirty="0"/>
              <a:t>An Application to Detect Cyberbullying Using Machine Learning and Deep Learning Techniques: SPRINGER NATURE.</a:t>
            </a:r>
            <a:endParaRPr lang="en-IN" dirty="0"/>
          </a:p>
          <a:p>
            <a:pPr marL="457200" lvl="0" indent="-304800" algn="l" rtl="0">
              <a:spcBef>
                <a:spcPts val="0"/>
              </a:spcBef>
              <a:spcAft>
                <a:spcPts val="0"/>
              </a:spcAft>
              <a:buClr>
                <a:schemeClr val="lt1"/>
              </a:buClr>
              <a:buSzPts val="1200"/>
              <a:buFont typeface="Nunito"/>
              <a:buChar char="●"/>
            </a:pPr>
            <a:endParaRPr lang="en-IN" dirty="0"/>
          </a:p>
          <a:p>
            <a:pPr marL="457200" lvl="0" indent="-304800" algn="l" rtl="0">
              <a:spcBef>
                <a:spcPts val="0"/>
              </a:spcBef>
              <a:spcAft>
                <a:spcPts val="0"/>
              </a:spcAft>
              <a:buClr>
                <a:schemeClr val="lt1"/>
              </a:buClr>
              <a:buSzPts val="1200"/>
              <a:buFont typeface="Nunito"/>
              <a:buChar char="●"/>
            </a:pPr>
            <a:endParaRPr lang="en-IN" dirty="0"/>
          </a:p>
          <a:p>
            <a:pPr marL="457200" lvl="0" indent="-304800" algn="l" rtl="0">
              <a:spcBef>
                <a:spcPts val="0"/>
              </a:spcBef>
              <a:spcAft>
                <a:spcPts val="0"/>
              </a:spcAft>
              <a:buClr>
                <a:schemeClr val="lt1"/>
              </a:buClr>
              <a:buSzPts val="1200"/>
              <a:buFont typeface="Nunito"/>
              <a:buChar char="●"/>
            </a:pPr>
            <a:r>
              <a:rPr lang="en-IN" dirty="0"/>
              <a:t>Theory-2:</a:t>
            </a:r>
          </a:p>
          <a:p>
            <a:pPr marL="609600" lvl="1" indent="0">
              <a:buSzPts val="1200"/>
              <a:buNone/>
            </a:pPr>
            <a:r>
              <a:rPr lang="en-IN" dirty="0"/>
              <a:t>Andrea </a:t>
            </a:r>
            <a:r>
              <a:rPr lang="en-IN" dirty="0" err="1"/>
              <a:t>Pereraa</a:t>
            </a:r>
            <a:r>
              <a:rPr lang="en-IN" dirty="0"/>
              <a:t> . </a:t>
            </a:r>
            <a:r>
              <a:rPr lang="en-IN" dirty="0" err="1"/>
              <a:t>Pumudu</a:t>
            </a:r>
            <a:r>
              <a:rPr lang="en-IN" dirty="0"/>
              <a:t> Fernando, </a:t>
            </a:r>
            <a:r>
              <a:rPr lang="en-IN" dirty="0" err="1"/>
              <a:t>formatics</a:t>
            </a:r>
            <a:r>
              <a:rPr lang="en-IN" dirty="0"/>
              <a:t> Institute of Technology; 01-2021, A</a:t>
            </a:r>
            <a:r>
              <a:rPr lang="en-US" dirty="0" err="1"/>
              <a:t>ccurate</a:t>
            </a:r>
            <a:r>
              <a:rPr lang="en-US" dirty="0"/>
              <a:t> Cyberbullying Detection and Prevention on Social Media: ELSEVIER Procedia. </a:t>
            </a:r>
            <a:endParaRPr lang="en-IN" dirty="0"/>
          </a:p>
        </p:txBody>
      </p:sp>
      <p:grpSp>
        <p:nvGrpSpPr>
          <p:cNvPr id="797" name="Google Shape;797;p42"/>
          <p:cNvGrpSpPr/>
          <p:nvPr/>
        </p:nvGrpSpPr>
        <p:grpSpPr>
          <a:xfrm rot="10800000">
            <a:off x="206982" y="423196"/>
            <a:ext cx="288601" cy="1096693"/>
            <a:chOff x="1006700" y="2603975"/>
            <a:chExt cx="55450" cy="210700"/>
          </a:xfrm>
        </p:grpSpPr>
        <p:sp>
          <p:nvSpPr>
            <p:cNvPr id="798" name="Google Shape;798;p4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2"/>
          <p:cNvGrpSpPr/>
          <p:nvPr/>
        </p:nvGrpSpPr>
        <p:grpSpPr>
          <a:xfrm>
            <a:off x="7566521" y="4042461"/>
            <a:ext cx="1096749" cy="1020364"/>
            <a:chOff x="827350" y="3629733"/>
            <a:chExt cx="1431600" cy="1332067"/>
          </a:xfrm>
        </p:grpSpPr>
        <p:sp>
          <p:nvSpPr>
            <p:cNvPr id="805" name="Google Shape;805;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2"/>
          <p:cNvGrpSpPr/>
          <p:nvPr/>
        </p:nvGrpSpPr>
        <p:grpSpPr>
          <a:xfrm>
            <a:off x="8250146" y="3378920"/>
            <a:ext cx="510366" cy="474882"/>
            <a:chOff x="827350" y="3629733"/>
            <a:chExt cx="1431600" cy="1332067"/>
          </a:xfrm>
        </p:grpSpPr>
        <p:sp>
          <p:nvSpPr>
            <p:cNvPr id="809" name="Google Shape;809;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812;p42"/>
          <p:cNvGrpSpPr/>
          <p:nvPr/>
        </p:nvGrpSpPr>
        <p:grpSpPr>
          <a:xfrm>
            <a:off x="6926117" y="3945864"/>
            <a:ext cx="401134" cy="373245"/>
            <a:chOff x="827350" y="3629733"/>
            <a:chExt cx="1431600" cy="1332067"/>
          </a:xfrm>
        </p:grpSpPr>
        <p:sp>
          <p:nvSpPr>
            <p:cNvPr id="813" name="Google Shape;813;p4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2"/>
        <p:cNvGrpSpPr/>
        <p:nvPr/>
      </p:nvGrpSpPr>
      <p:grpSpPr>
        <a:xfrm>
          <a:off x="0" y="0"/>
          <a:ext cx="0" cy="0"/>
          <a:chOff x="0" y="0"/>
          <a:chExt cx="0" cy="0"/>
        </a:xfrm>
      </p:grpSpPr>
      <p:sp>
        <p:nvSpPr>
          <p:cNvPr id="1463" name="Google Shape;1463;p58"/>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8"/>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Problem Statement</a:t>
            </a:r>
            <a:endParaRPr dirty="0"/>
          </a:p>
        </p:txBody>
      </p:sp>
      <p:sp>
        <p:nvSpPr>
          <p:cNvPr id="1465" name="Google Shape;1465;p58"/>
          <p:cNvSpPr txBox="1">
            <a:spLocks noGrp="1"/>
          </p:cNvSpPr>
          <p:nvPr>
            <p:ph type="body" idx="1"/>
          </p:nvPr>
        </p:nvSpPr>
        <p:spPr>
          <a:xfrm>
            <a:off x="781592" y="1285295"/>
            <a:ext cx="6369018" cy="278085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2000" dirty="0">
                <a:solidFill>
                  <a:schemeClr val="accent6">
                    <a:lumMod val="95000"/>
                  </a:schemeClr>
                </a:solidFill>
                <a:latin typeface="Calibri" panose="020F0502020204030204" pitchFamily="34" charset="0"/>
                <a:ea typeface="Calibri" panose="020F0502020204030204" pitchFamily="34" charset="0"/>
                <a:cs typeface="Times New Roman" panose="02020603050405020304" pitchFamily="18" charset="0"/>
              </a:rPr>
              <a:t>S</a:t>
            </a:r>
            <a:r>
              <a:rPr lang="en-US" sz="2000" dirty="0">
                <a:solidFill>
                  <a:schemeClr val="accent6">
                    <a:lumMod val="95000"/>
                  </a:schemeClr>
                </a:solidFill>
                <a:effectLst/>
                <a:latin typeface="Calibri" panose="020F0502020204030204" pitchFamily="34" charset="0"/>
                <a:ea typeface="Calibri" panose="020F0502020204030204" pitchFamily="34" charset="0"/>
                <a:cs typeface="Times New Roman" panose="02020603050405020304" pitchFamily="18" charset="0"/>
              </a:rPr>
              <a:t>ome young people harass other young people, publish humiliating photos, divulge sensitive information, or send threatening messages through anonymous applications, video games, texting, social media, or other means.</a:t>
            </a:r>
          </a:p>
          <a:p>
            <a:pPr marL="0" lvl="0" indent="0" algn="just" rtl="0">
              <a:spcBef>
                <a:spcPts val="0"/>
              </a:spcBef>
              <a:spcAft>
                <a:spcPts val="0"/>
              </a:spcAft>
              <a:buNone/>
            </a:pPr>
            <a:r>
              <a:rPr lang="en-US" sz="2000" dirty="0">
                <a:solidFill>
                  <a:schemeClr val="accent6">
                    <a:lumMod val="95000"/>
                  </a:schemeClr>
                </a:solidFill>
                <a:latin typeface="Calibri" panose="020F0502020204030204" pitchFamily="34" charset="0"/>
                <a:ea typeface="Calibri" panose="020F0502020204030204" pitchFamily="34" charset="0"/>
                <a:cs typeface="Times New Roman" panose="02020603050405020304" pitchFamily="18" charset="0"/>
              </a:rPr>
              <a:t>Natural Language Processing will be a great solution on detecting textual contents. </a:t>
            </a:r>
          </a:p>
          <a:p>
            <a:pPr marL="0" lvl="0" indent="0" algn="just" rtl="0">
              <a:spcBef>
                <a:spcPts val="0"/>
              </a:spcBef>
              <a:spcAft>
                <a:spcPts val="0"/>
              </a:spcAft>
              <a:buNone/>
            </a:pPr>
            <a:r>
              <a:rPr lang="en-US" sz="2000" dirty="0">
                <a:solidFill>
                  <a:schemeClr val="accent6">
                    <a:lumMod val="95000"/>
                  </a:schemeClr>
                </a:solidFill>
                <a:latin typeface="Calibri" panose="020F0502020204030204" pitchFamily="34" charset="0"/>
                <a:ea typeface="Calibri" panose="020F0502020204030204" pitchFamily="34" charset="0"/>
                <a:cs typeface="Times New Roman" panose="02020603050405020304" pitchFamily="18" charset="0"/>
              </a:rPr>
              <a:t>NLP  models like BILSTM, BERT, XLNET, ERNIE can be used to detect bullying related texts on social media. </a:t>
            </a:r>
            <a:endParaRPr sz="2000" dirty="0"/>
          </a:p>
        </p:txBody>
      </p:sp>
      <p:grpSp>
        <p:nvGrpSpPr>
          <p:cNvPr id="1466" name="Google Shape;1466;p58"/>
          <p:cNvGrpSpPr/>
          <p:nvPr/>
        </p:nvGrpSpPr>
        <p:grpSpPr>
          <a:xfrm>
            <a:off x="6694749" y="3677327"/>
            <a:ext cx="1178637" cy="1096691"/>
            <a:chOff x="827350" y="3629733"/>
            <a:chExt cx="1431600" cy="1332067"/>
          </a:xfrm>
        </p:grpSpPr>
        <p:sp>
          <p:nvSpPr>
            <p:cNvPr id="1467" name="Google Shape;1467;p58"/>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8"/>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8"/>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0" name="Google Shape;1470;p58"/>
          <p:cNvGrpSpPr/>
          <p:nvPr/>
        </p:nvGrpSpPr>
        <p:grpSpPr>
          <a:xfrm>
            <a:off x="7266327" y="2675721"/>
            <a:ext cx="781224" cy="726909"/>
            <a:chOff x="827350" y="3629733"/>
            <a:chExt cx="1431600" cy="1332067"/>
          </a:xfrm>
        </p:grpSpPr>
        <p:sp>
          <p:nvSpPr>
            <p:cNvPr id="1471" name="Google Shape;1471;p58"/>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8"/>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8"/>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4" name="Google Shape;1474;p58"/>
          <p:cNvGrpSpPr/>
          <p:nvPr/>
        </p:nvGrpSpPr>
        <p:grpSpPr>
          <a:xfrm>
            <a:off x="5904230" y="3848778"/>
            <a:ext cx="615445" cy="572656"/>
            <a:chOff x="827350" y="3629733"/>
            <a:chExt cx="1431600" cy="1332067"/>
          </a:xfrm>
        </p:grpSpPr>
        <p:sp>
          <p:nvSpPr>
            <p:cNvPr id="1475" name="Google Shape;1475;p58"/>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8"/>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8"/>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8" name="Google Shape;1478;p58"/>
          <p:cNvGrpSpPr/>
          <p:nvPr/>
        </p:nvGrpSpPr>
        <p:grpSpPr>
          <a:xfrm>
            <a:off x="178132" y="378421"/>
            <a:ext cx="288601" cy="1096693"/>
            <a:chOff x="1006700" y="2603975"/>
            <a:chExt cx="55450" cy="210700"/>
          </a:xfrm>
        </p:grpSpPr>
        <p:sp>
          <p:nvSpPr>
            <p:cNvPr id="1479" name="Google Shape;1479;p58"/>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8"/>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8"/>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8"/>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8"/>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8"/>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4"/>
        <p:cNvGrpSpPr/>
        <p:nvPr/>
      </p:nvGrpSpPr>
      <p:grpSpPr>
        <a:xfrm>
          <a:off x="0" y="0"/>
          <a:ext cx="0" cy="0"/>
          <a:chOff x="0" y="0"/>
          <a:chExt cx="0" cy="0"/>
        </a:xfrm>
      </p:grpSpPr>
      <p:sp>
        <p:nvSpPr>
          <p:cNvPr id="1235" name="Google Shape;1235;p5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2"/>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Objectives</a:t>
            </a:r>
            <a:endParaRPr dirty="0"/>
          </a:p>
        </p:txBody>
      </p:sp>
      <p:sp>
        <p:nvSpPr>
          <p:cNvPr id="1237" name="Google Shape;1237;p52"/>
          <p:cNvSpPr txBox="1">
            <a:spLocks noGrp="1"/>
          </p:cNvSpPr>
          <p:nvPr>
            <p:ph type="subTitle" idx="4294967295"/>
          </p:nvPr>
        </p:nvSpPr>
        <p:spPr>
          <a:xfrm>
            <a:off x="6029327" y="1830845"/>
            <a:ext cx="295036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lt1"/>
                </a:solidFill>
              </a:rPr>
              <a:t>To compare text blob and vader used to label the texts or sentences.</a:t>
            </a:r>
            <a:endParaRPr dirty="0">
              <a:solidFill>
                <a:schemeClr val="lt1"/>
              </a:solidFill>
            </a:endParaRPr>
          </a:p>
        </p:txBody>
      </p:sp>
      <p:sp>
        <p:nvSpPr>
          <p:cNvPr id="1238" name="Google Shape;1238;p52"/>
          <p:cNvSpPr txBox="1">
            <a:spLocks noGrp="1"/>
          </p:cNvSpPr>
          <p:nvPr>
            <p:ph type="subTitle" idx="4294967295"/>
          </p:nvPr>
        </p:nvSpPr>
        <p:spPr>
          <a:xfrm>
            <a:off x="509385" y="1682685"/>
            <a:ext cx="24952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rPr>
              <a:t>To Collect the twitter tweets and Instagram comments using snscrape library and Apify which is fed as the dataset</a:t>
            </a:r>
            <a:endParaRPr dirty="0">
              <a:solidFill>
                <a:schemeClr val="lt1"/>
              </a:solidFill>
            </a:endParaRPr>
          </a:p>
        </p:txBody>
      </p:sp>
      <p:sp>
        <p:nvSpPr>
          <p:cNvPr id="1239" name="Google Shape;1239;p52"/>
          <p:cNvSpPr txBox="1">
            <a:spLocks noGrp="1"/>
          </p:cNvSpPr>
          <p:nvPr>
            <p:ph type="subTitle" idx="4294967295"/>
          </p:nvPr>
        </p:nvSpPr>
        <p:spPr>
          <a:xfrm>
            <a:off x="336622" y="3378340"/>
            <a:ext cx="2768999" cy="572700"/>
          </a:xfrm>
          <a:prstGeom prst="rect">
            <a:avLst/>
          </a:prstGeom>
        </p:spPr>
        <p:txBody>
          <a:bodyPr spcFirstLastPara="1" wrap="square" lIns="91425" tIns="91425" rIns="91425" bIns="91425" anchor="t" anchorCtr="0">
            <a:noAutofit/>
          </a:bodyPr>
          <a:lstStyle/>
          <a:p>
            <a:pPr marL="0" indent="0" algn="ctr">
              <a:buNone/>
            </a:pPr>
            <a:r>
              <a:rPr lang="en-US" sz="1400" dirty="0">
                <a:solidFill>
                  <a:schemeClr val="accent6">
                    <a:lumMod val="95000"/>
                  </a:schemeClr>
                </a:solidFill>
                <a:effectLst/>
                <a:latin typeface="Karla" pitchFamily="2" charset="0"/>
                <a:ea typeface="Times New Roman" panose="02020603050405020304" pitchFamily="18" charset="0"/>
                <a:cs typeface="Times New Roman" panose="02020603050405020304" pitchFamily="18" charset="0"/>
              </a:rPr>
              <a:t>Remove duplicate, undesirable symbols, punctuations, links, mentions, </a:t>
            </a:r>
            <a:r>
              <a:rPr lang="en-US" sz="1400" dirty="0" err="1">
                <a:solidFill>
                  <a:schemeClr val="accent6">
                    <a:lumMod val="95000"/>
                  </a:schemeClr>
                </a:solidFill>
                <a:effectLst/>
                <a:latin typeface="Karla" pitchFamily="2" charset="0"/>
                <a:ea typeface="Times New Roman" panose="02020603050405020304" pitchFamily="18" charset="0"/>
                <a:cs typeface="Times New Roman" panose="02020603050405020304" pitchFamily="18" charset="0"/>
              </a:rPr>
              <a:t>stopwords</a:t>
            </a:r>
            <a:r>
              <a:rPr lang="en-US" sz="1400" dirty="0">
                <a:solidFill>
                  <a:schemeClr val="accent6">
                    <a:lumMod val="95000"/>
                  </a:schemeClr>
                </a:solidFill>
                <a:latin typeface="Karla" pitchFamily="2" charset="0"/>
                <a:ea typeface="Times New Roman" panose="02020603050405020304" pitchFamily="18" charset="0"/>
                <a:cs typeface="Times New Roman" panose="02020603050405020304" pitchFamily="18" charset="0"/>
              </a:rPr>
              <a:t>, </a:t>
            </a:r>
            <a:r>
              <a:rPr lang="en-US" sz="1400" dirty="0">
                <a:solidFill>
                  <a:schemeClr val="accent6">
                    <a:lumMod val="95000"/>
                  </a:schemeClr>
                </a:solidFill>
                <a:effectLst/>
                <a:latin typeface="Karla" pitchFamily="2" charset="0"/>
                <a:ea typeface="Times New Roman" panose="02020603050405020304" pitchFamily="18" charset="0"/>
                <a:cs typeface="Times New Roman" panose="02020603050405020304" pitchFamily="18" charset="0"/>
              </a:rPr>
              <a:t>emojis, special characters,  Stemming and Lemmatization,.</a:t>
            </a:r>
            <a:endParaRPr lang="en-US" sz="1400" b="0" dirty="0">
              <a:solidFill>
                <a:schemeClr val="accent6">
                  <a:lumMod val="95000"/>
                </a:schemeClr>
              </a:solidFill>
              <a:effectLst/>
              <a:latin typeface="Karla" pitchFamily="2" charset="0"/>
              <a:cs typeface="Times New Roman" panose="02020603050405020304" pitchFamily="18" charset="0"/>
            </a:endParaRPr>
          </a:p>
        </p:txBody>
      </p:sp>
      <p:sp>
        <p:nvSpPr>
          <p:cNvPr id="1240" name="Google Shape;1240;p52"/>
          <p:cNvSpPr txBox="1"/>
          <p:nvPr/>
        </p:nvSpPr>
        <p:spPr>
          <a:xfrm>
            <a:off x="6421817" y="3664690"/>
            <a:ext cx="1996800" cy="76865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latin typeface="Karla"/>
                <a:ea typeface="Karla"/>
                <a:cs typeface="Karla"/>
                <a:sym typeface="Karla"/>
              </a:rPr>
              <a:t>To compare BiLSTM, BERT, RNN, GRU.</a:t>
            </a:r>
            <a:endParaRPr dirty="0">
              <a:solidFill>
                <a:schemeClr val="lt1"/>
              </a:solidFill>
              <a:latin typeface="Karla"/>
              <a:ea typeface="Karla"/>
              <a:cs typeface="Karla"/>
              <a:sym typeface="Karla"/>
            </a:endParaRPr>
          </a:p>
        </p:txBody>
      </p:sp>
      <p:sp>
        <p:nvSpPr>
          <p:cNvPr id="1241" name="Google Shape;1241;p52"/>
          <p:cNvSpPr txBox="1"/>
          <p:nvPr/>
        </p:nvSpPr>
        <p:spPr>
          <a:xfrm>
            <a:off x="609362" y="1456275"/>
            <a:ext cx="1996800" cy="386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endParaRPr sz="2000" dirty="0">
              <a:solidFill>
                <a:schemeClr val="accent1"/>
              </a:solidFill>
              <a:latin typeface="Audiowide"/>
              <a:ea typeface="Audiowide"/>
              <a:cs typeface="Audiowide"/>
              <a:sym typeface="Audiowide"/>
            </a:endParaRPr>
          </a:p>
        </p:txBody>
      </p:sp>
      <p:grpSp>
        <p:nvGrpSpPr>
          <p:cNvPr id="1245" name="Google Shape;1245;p52"/>
          <p:cNvGrpSpPr/>
          <p:nvPr/>
        </p:nvGrpSpPr>
        <p:grpSpPr>
          <a:xfrm rot="10800000">
            <a:off x="159357" y="3842671"/>
            <a:ext cx="288601" cy="1096693"/>
            <a:chOff x="1006700" y="2603975"/>
            <a:chExt cx="55450" cy="210700"/>
          </a:xfrm>
        </p:grpSpPr>
        <p:sp>
          <p:nvSpPr>
            <p:cNvPr id="1246" name="Google Shape;1246;p5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2" name="Google Shape;1252;p52"/>
          <p:cNvGrpSpPr/>
          <p:nvPr/>
        </p:nvGrpSpPr>
        <p:grpSpPr>
          <a:xfrm>
            <a:off x="8285261" y="293918"/>
            <a:ext cx="524682" cy="488069"/>
            <a:chOff x="827350" y="3629733"/>
            <a:chExt cx="1431600" cy="1332067"/>
          </a:xfrm>
        </p:grpSpPr>
        <p:sp>
          <p:nvSpPr>
            <p:cNvPr id="1253" name="Google Shape;1253;p5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6" name="Google Shape;1256;p52"/>
          <p:cNvGrpSpPr/>
          <p:nvPr/>
        </p:nvGrpSpPr>
        <p:grpSpPr>
          <a:xfrm>
            <a:off x="7846540" y="293932"/>
            <a:ext cx="326119" cy="303312"/>
            <a:chOff x="827350" y="3629733"/>
            <a:chExt cx="1431600" cy="1332067"/>
          </a:xfrm>
        </p:grpSpPr>
        <p:sp>
          <p:nvSpPr>
            <p:cNvPr id="1257" name="Google Shape;1257;p5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5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Graphic 1" descr="Chevron arrows">
            <a:extLst>
              <a:ext uri="{FF2B5EF4-FFF2-40B4-BE49-F238E27FC236}">
                <a16:creationId xmlns:a16="http://schemas.microsoft.com/office/drawing/2014/main" id="{5AD4995E-05F1-1B1A-D055-B66B5DE4D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82592" y="3528738"/>
            <a:ext cx="914400" cy="914400"/>
          </a:xfrm>
          <a:prstGeom prst="rect">
            <a:avLst/>
          </a:prstGeom>
        </p:spPr>
      </p:pic>
      <p:pic>
        <p:nvPicPr>
          <p:cNvPr id="3" name="Graphic 2" descr="Chevron arrows">
            <a:extLst>
              <a:ext uri="{FF2B5EF4-FFF2-40B4-BE49-F238E27FC236}">
                <a16:creationId xmlns:a16="http://schemas.microsoft.com/office/drawing/2014/main" id="{75C52673-13B3-1DF0-021F-1272FFE012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028231" y="3528738"/>
            <a:ext cx="914400" cy="914400"/>
          </a:xfrm>
          <a:prstGeom prst="rect">
            <a:avLst/>
          </a:prstGeom>
        </p:spPr>
      </p:pic>
      <p:pic>
        <p:nvPicPr>
          <p:cNvPr id="6" name="Graphic 5" descr="Chevron arrows">
            <a:extLst>
              <a:ext uri="{FF2B5EF4-FFF2-40B4-BE49-F238E27FC236}">
                <a16:creationId xmlns:a16="http://schemas.microsoft.com/office/drawing/2014/main" id="{A79FD574-604E-E62B-5158-81A313F555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8869" y="1842675"/>
            <a:ext cx="914400" cy="914400"/>
          </a:xfrm>
          <a:prstGeom prst="rect">
            <a:avLst/>
          </a:prstGeom>
        </p:spPr>
      </p:pic>
      <p:pic>
        <p:nvPicPr>
          <p:cNvPr id="7" name="Graphic 6" descr="Chevron arrows">
            <a:extLst>
              <a:ext uri="{FF2B5EF4-FFF2-40B4-BE49-F238E27FC236}">
                <a16:creationId xmlns:a16="http://schemas.microsoft.com/office/drawing/2014/main" id="{E2F0748D-807B-41B4-AE88-27E93C5592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004602" y="1842675"/>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62" name="Google Shape;962;p46"/>
          <p:cNvSpPr txBox="1">
            <a:spLocks noGrp="1"/>
          </p:cNvSpPr>
          <p:nvPr>
            <p:ph type="subTitle" idx="1"/>
          </p:nvPr>
        </p:nvSpPr>
        <p:spPr>
          <a:xfrm>
            <a:off x="1297853" y="1479428"/>
            <a:ext cx="3922029" cy="308495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800" dirty="0">
                <a:solidFill>
                  <a:schemeClr val="accent6">
                    <a:lumMod val="95000"/>
                  </a:schemeClr>
                </a:solidFill>
                <a:effectLst/>
                <a:latin typeface="Calibri" panose="020F0502020204030204" pitchFamily="34" charset="0"/>
                <a:ea typeface="Calibri" panose="020F0502020204030204" pitchFamily="34" charset="0"/>
                <a:cs typeface="Times New Roman" panose="02020603050405020304" pitchFamily="18" charset="0"/>
              </a:rPr>
              <a:t>Cyberbullying can take the form of text, images, or videos and can happen anywhere there is online social interaction. For instance, some young people harass other young people, publish humiliating photos, divulge sensitive information, or send threatening messages through anonymous applications, video games, texting, social media, or other means.</a:t>
            </a:r>
            <a:endParaRPr lang="en-US" sz="1800" dirty="0">
              <a:solidFill>
                <a:schemeClr val="accent6">
                  <a:lumMod val="95000"/>
                </a:schemeClr>
              </a:solidFill>
            </a:endParaRPr>
          </a:p>
        </p:txBody>
      </p:sp>
      <p:pic>
        <p:nvPicPr>
          <p:cNvPr id="17" name="videoplayback">
            <a:hlinkClick r:id="" action="ppaction://media"/>
            <a:extLst>
              <a:ext uri="{FF2B5EF4-FFF2-40B4-BE49-F238E27FC236}">
                <a16:creationId xmlns:a16="http://schemas.microsoft.com/office/drawing/2014/main" id="{CC7F3E44-94D5-A6FC-8816-C1BCF8F3E090}"/>
              </a:ext>
            </a:extLst>
          </p:cNvPr>
          <p:cNvPicPr>
            <a:picLocks noChangeAspect="1"/>
          </p:cNvPicPr>
          <p:nvPr>
            <a:videoFile r:link="rId1"/>
            <p:extLst>
              <p:ext uri="{DAA4B4D4-6D71-4841-9C94-3DE7FCFB9230}">
                <p14:media xmlns:p14="http://schemas.microsoft.com/office/powerpoint/2010/main" r:embed="rId2">
                  <p14:trim st="7427" end="70261.2031"/>
                </p14:media>
              </p:ext>
            </p:extLst>
          </p:nvPr>
        </p:nvPicPr>
        <p:blipFill>
          <a:blip r:embed="rId5"/>
          <a:stretch>
            <a:fillRect/>
          </a:stretch>
        </p:blipFill>
        <p:spPr>
          <a:xfrm>
            <a:off x="5576581" y="590769"/>
            <a:ext cx="2498400" cy="3750515"/>
          </a:xfrm>
          <a:prstGeom prst="roundRect">
            <a:avLst>
              <a:gd name="adj" fmla="val 11111"/>
            </a:avLst>
          </a:prstGeom>
          <a:ln w="139700" cap="flat">
            <a:solidFill>
              <a:schemeClr val="bg1"/>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939" name="Google Shape;939;p46"/>
          <p:cNvSpPr/>
          <p:nvPr/>
        </p:nvSpPr>
        <p:spPr>
          <a:xfrm>
            <a:off x="1297853" y="466177"/>
            <a:ext cx="3855297" cy="1005312"/>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6"/>
          <p:cNvSpPr txBox="1">
            <a:spLocks noGrp="1"/>
          </p:cNvSpPr>
          <p:nvPr>
            <p:ph type="title"/>
          </p:nvPr>
        </p:nvSpPr>
        <p:spPr>
          <a:xfrm>
            <a:off x="1339681" y="390560"/>
            <a:ext cx="3813469" cy="115654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IN" dirty="0">
                <a:solidFill>
                  <a:schemeClr val="lt1"/>
                </a:solidFill>
              </a:rPr>
              <a:t>INTRODUCTION</a:t>
            </a:r>
            <a:endParaRPr dirty="0"/>
          </a:p>
        </p:txBody>
      </p:sp>
      <p:grpSp>
        <p:nvGrpSpPr>
          <p:cNvPr id="943" name="Google Shape;943;p46"/>
          <p:cNvGrpSpPr/>
          <p:nvPr/>
        </p:nvGrpSpPr>
        <p:grpSpPr>
          <a:xfrm rot="5400000">
            <a:off x="2942552" y="-310026"/>
            <a:ext cx="288601" cy="1096693"/>
            <a:chOff x="1006700" y="2603975"/>
            <a:chExt cx="55450" cy="210700"/>
          </a:xfrm>
        </p:grpSpPr>
        <p:sp>
          <p:nvSpPr>
            <p:cNvPr id="944" name="Google Shape;944;p4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 name="Google Shape;942;p46">
            <a:extLst>
              <a:ext uri="{FF2B5EF4-FFF2-40B4-BE49-F238E27FC236}">
                <a16:creationId xmlns:a16="http://schemas.microsoft.com/office/drawing/2014/main" id="{420B96FB-7599-8469-C34E-116DC02089CA}"/>
              </a:ext>
            </a:extLst>
          </p:cNvPr>
          <p:cNvPicPr preferRelativeResize="0"/>
          <p:nvPr/>
        </p:nvPicPr>
        <p:blipFill rotWithShape="1">
          <a:blip r:embed="rId6">
            <a:alphaModFix amt="75000"/>
          </a:blip>
          <a:srcRect l="19106" t="4942"/>
          <a:stretch/>
        </p:blipFill>
        <p:spPr>
          <a:xfrm rot="5400000">
            <a:off x="5218877" y="554285"/>
            <a:ext cx="4580326" cy="3332599"/>
          </a:xfrm>
          <a:prstGeom prst="rect">
            <a:avLst/>
          </a:prstGeom>
          <a:noFill/>
          <a:ln>
            <a:noFill/>
          </a:ln>
        </p:spPr>
      </p:pic>
      <p:grpSp>
        <p:nvGrpSpPr>
          <p:cNvPr id="5" name="Google Shape;950;p46">
            <a:extLst>
              <a:ext uri="{FF2B5EF4-FFF2-40B4-BE49-F238E27FC236}">
                <a16:creationId xmlns:a16="http://schemas.microsoft.com/office/drawing/2014/main" id="{B87A842A-C248-3D2D-A1C0-FFBF4A760FDE}"/>
              </a:ext>
            </a:extLst>
          </p:cNvPr>
          <p:cNvGrpSpPr/>
          <p:nvPr/>
        </p:nvGrpSpPr>
        <p:grpSpPr>
          <a:xfrm>
            <a:off x="7679837" y="4154904"/>
            <a:ext cx="1017582" cy="946700"/>
            <a:chOff x="827350" y="3629733"/>
            <a:chExt cx="1431600" cy="1332067"/>
          </a:xfrm>
        </p:grpSpPr>
        <p:sp>
          <p:nvSpPr>
            <p:cNvPr id="6" name="Google Shape;951;p46">
              <a:extLst>
                <a:ext uri="{FF2B5EF4-FFF2-40B4-BE49-F238E27FC236}">
                  <a16:creationId xmlns:a16="http://schemas.microsoft.com/office/drawing/2014/main" id="{AD56196D-241C-02CA-CF92-E1926D439E2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52;p46">
              <a:extLst>
                <a:ext uri="{FF2B5EF4-FFF2-40B4-BE49-F238E27FC236}">
                  <a16:creationId xmlns:a16="http://schemas.microsoft.com/office/drawing/2014/main" id="{8F4827A5-D027-82E7-1B47-3B8EC8A3D47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953;p46">
              <a:extLst>
                <a:ext uri="{FF2B5EF4-FFF2-40B4-BE49-F238E27FC236}">
                  <a16:creationId xmlns:a16="http://schemas.microsoft.com/office/drawing/2014/main" id="{5764A6F8-A4B4-EDAB-0A02-A1E782FFE02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954;p46">
            <a:extLst>
              <a:ext uri="{FF2B5EF4-FFF2-40B4-BE49-F238E27FC236}">
                <a16:creationId xmlns:a16="http://schemas.microsoft.com/office/drawing/2014/main" id="{DCE80958-C3C5-BED1-8839-2866A4DF3330}"/>
              </a:ext>
            </a:extLst>
          </p:cNvPr>
          <p:cNvGrpSpPr/>
          <p:nvPr/>
        </p:nvGrpSpPr>
        <p:grpSpPr>
          <a:xfrm>
            <a:off x="7232679" y="4233995"/>
            <a:ext cx="437354" cy="406680"/>
            <a:chOff x="827350" y="3629733"/>
            <a:chExt cx="1431600" cy="1332067"/>
          </a:xfrm>
        </p:grpSpPr>
        <p:sp>
          <p:nvSpPr>
            <p:cNvPr id="10" name="Google Shape;955;p46">
              <a:extLst>
                <a:ext uri="{FF2B5EF4-FFF2-40B4-BE49-F238E27FC236}">
                  <a16:creationId xmlns:a16="http://schemas.microsoft.com/office/drawing/2014/main" id="{4DD142C2-96BA-39AC-DFA0-A65EF073661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56;p46">
              <a:extLst>
                <a:ext uri="{FF2B5EF4-FFF2-40B4-BE49-F238E27FC236}">
                  <a16:creationId xmlns:a16="http://schemas.microsoft.com/office/drawing/2014/main" id="{147D462E-EA59-0AC4-7811-15A1C22ED71B}"/>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57;p46">
              <a:extLst>
                <a:ext uri="{FF2B5EF4-FFF2-40B4-BE49-F238E27FC236}">
                  <a16:creationId xmlns:a16="http://schemas.microsoft.com/office/drawing/2014/main" id="{FAE8B956-ED9B-3BD8-3728-5EA4737DD2F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958;p46">
            <a:extLst>
              <a:ext uri="{FF2B5EF4-FFF2-40B4-BE49-F238E27FC236}">
                <a16:creationId xmlns:a16="http://schemas.microsoft.com/office/drawing/2014/main" id="{79D81922-0F0A-54AB-5AEA-1781E73CCC46}"/>
              </a:ext>
            </a:extLst>
          </p:cNvPr>
          <p:cNvGrpSpPr/>
          <p:nvPr/>
        </p:nvGrpSpPr>
        <p:grpSpPr>
          <a:xfrm>
            <a:off x="7859611" y="3425859"/>
            <a:ext cx="572068" cy="532028"/>
            <a:chOff x="827350" y="3629733"/>
            <a:chExt cx="1431600" cy="1332067"/>
          </a:xfrm>
        </p:grpSpPr>
        <p:sp>
          <p:nvSpPr>
            <p:cNvPr id="14" name="Google Shape;959;p46">
              <a:extLst>
                <a:ext uri="{FF2B5EF4-FFF2-40B4-BE49-F238E27FC236}">
                  <a16:creationId xmlns:a16="http://schemas.microsoft.com/office/drawing/2014/main" id="{6412C1EC-116C-30FA-3613-20645093289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0;p46">
              <a:extLst>
                <a:ext uri="{FF2B5EF4-FFF2-40B4-BE49-F238E27FC236}">
                  <a16:creationId xmlns:a16="http://schemas.microsoft.com/office/drawing/2014/main" id="{F25F70D7-FC3C-9CDE-036A-BDE0C38284E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61;p46">
              <a:extLst>
                <a:ext uri="{FF2B5EF4-FFF2-40B4-BE49-F238E27FC236}">
                  <a16:creationId xmlns:a16="http://schemas.microsoft.com/office/drawing/2014/main" id="{5B632662-E87A-BC86-8C14-D638B8F20C7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995"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repeatCount="indefinite"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47"/>
          <p:cNvSpPr/>
          <p:nvPr/>
        </p:nvSpPr>
        <p:spPr>
          <a:xfrm>
            <a:off x="3040625" y="1417050"/>
            <a:ext cx="2674500" cy="632100"/>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7"/>
          <p:cNvSpPr/>
          <p:nvPr/>
        </p:nvSpPr>
        <p:spPr>
          <a:xfrm>
            <a:off x="3040625" y="2253725"/>
            <a:ext cx="2674500" cy="632100"/>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7"/>
          <p:cNvSpPr/>
          <p:nvPr/>
        </p:nvSpPr>
        <p:spPr>
          <a:xfrm>
            <a:off x="3040625" y="3108775"/>
            <a:ext cx="2674500" cy="632100"/>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7"/>
          <p:cNvSpPr/>
          <p:nvPr/>
        </p:nvSpPr>
        <p:spPr>
          <a:xfrm>
            <a:off x="3040625" y="3927225"/>
            <a:ext cx="2674500" cy="632100"/>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7"/>
          <p:cNvSpPr/>
          <p:nvPr/>
        </p:nvSpPr>
        <p:spPr>
          <a:xfrm>
            <a:off x="718150" y="1548581"/>
            <a:ext cx="1539300" cy="2833458"/>
          </a:xfrm>
          <a:prstGeom prst="snip2DiagRect">
            <a:avLst>
              <a:gd name="adj1" fmla="val 0"/>
              <a:gd name="adj2" fmla="val 11074"/>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7"/>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7"/>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Methodology</a:t>
            </a:r>
            <a:endParaRPr dirty="0"/>
          </a:p>
        </p:txBody>
      </p:sp>
      <p:sp>
        <p:nvSpPr>
          <p:cNvPr id="978" name="Google Shape;978;p47"/>
          <p:cNvSpPr txBox="1"/>
          <p:nvPr/>
        </p:nvSpPr>
        <p:spPr>
          <a:xfrm>
            <a:off x="617546" y="2979016"/>
            <a:ext cx="1749762" cy="8369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1"/>
                </a:solidFill>
                <a:latin typeface="Audiowide"/>
                <a:ea typeface="Audiowide"/>
                <a:cs typeface="Audiowide"/>
                <a:sym typeface="Audiowide"/>
              </a:rPr>
              <a:t>Cyber Bullying Detection</a:t>
            </a:r>
            <a:endParaRPr sz="2000" dirty="0">
              <a:solidFill>
                <a:schemeClr val="accent1"/>
              </a:solidFill>
              <a:latin typeface="Audiowide"/>
              <a:ea typeface="Audiowide"/>
              <a:cs typeface="Audiowide"/>
              <a:sym typeface="Audiowide"/>
            </a:endParaRPr>
          </a:p>
        </p:txBody>
      </p:sp>
      <p:cxnSp>
        <p:nvCxnSpPr>
          <p:cNvPr id="979" name="Google Shape;979;p47"/>
          <p:cNvCxnSpPr>
            <a:cxnSpLocks/>
            <a:stCxn id="971" idx="0"/>
            <a:endCxn id="980" idx="1"/>
          </p:cNvCxnSpPr>
          <p:nvPr/>
        </p:nvCxnSpPr>
        <p:spPr>
          <a:xfrm flipV="1">
            <a:off x="2257450" y="1733029"/>
            <a:ext cx="783186" cy="1232281"/>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981" name="Google Shape;981;p47"/>
          <p:cNvCxnSpPr>
            <a:cxnSpLocks/>
            <a:stCxn id="971" idx="0"/>
            <a:endCxn id="982" idx="1"/>
          </p:cNvCxnSpPr>
          <p:nvPr/>
        </p:nvCxnSpPr>
        <p:spPr>
          <a:xfrm>
            <a:off x="2257450" y="2965310"/>
            <a:ext cx="783186" cy="1277965"/>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983" name="Google Shape;983;p47"/>
          <p:cNvCxnSpPr>
            <a:cxnSpLocks/>
            <a:stCxn id="971" idx="0"/>
            <a:endCxn id="984" idx="1"/>
          </p:cNvCxnSpPr>
          <p:nvPr/>
        </p:nvCxnSpPr>
        <p:spPr>
          <a:xfrm flipV="1">
            <a:off x="2257450" y="2711475"/>
            <a:ext cx="783175" cy="253835"/>
          </a:xfrm>
          <a:prstGeom prst="bentConnector3">
            <a:avLst>
              <a:gd name="adj1" fmla="val 50000"/>
            </a:avLst>
          </a:prstGeom>
          <a:noFill/>
          <a:ln w="9525" cap="flat" cmpd="sng">
            <a:solidFill>
              <a:schemeClr val="lt1"/>
            </a:solidFill>
            <a:prstDash val="solid"/>
            <a:round/>
            <a:headEnd type="none" w="med" len="med"/>
            <a:tailEnd type="none" w="med" len="med"/>
          </a:ln>
        </p:spPr>
      </p:cxnSp>
      <p:cxnSp>
        <p:nvCxnSpPr>
          <p:cNvPr id="985" name="Google Shape;985;p47"/>
          <p:cNvCxnSpPr>
            <a:cxnSpLocks/>
            <a:stCxn id="971" idx="0"/>
            <a:endCxn id="986" idx="1"/>
          </p:cNvCxnSpPr>
          <p:nvPr/>
        </p:nvCxnSpPr>
        <p:spPr>
          <a:xfrm>
            <a:off x="2257450" y="2965310"/>
            <a:ext cx="783186" cy="441216"/>
          </a:xfrm>
          <a:prstGeom prst="bentConnector3">
            <a:avLst>
              <a:gd name="adj1" fmla="val 50000"/>
            </a:avLst>
          </a:prstGeom>
          <a:noFill/>
          <a:ln w="9525" cap="flat" cmpd="sng">
            <a:solidFill>
              <a:schemeClr val="lt1"/>
            </a:solidFill>
            <a:prstDash val="solid"/>
            <a:round/>
            <a:headEnd type="none" w="med" len="med"/>
            <a:tailEnd type="none" w="med" len="med"/>
          </a:ln>
        </p:spPr>
      </p:cxnSp>
      <p:sp>
        <p:nvSpPr>
          <p:cNvPr id="980" name="Google Shape;980;p47"/>
          <p:cNvSpPr txBox="1"/>
          <p:nvPr/>
        </p:nvSpPr>
        <p:spPr>
          <a:xfrm>
            <a:off x="3040636" y="1453579"/>
            <a:ext cx="2674500" cy="558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1"/>
                </a:solidFill>
                <a:latin typeface="Audiowide"/>
                <a:ea typeface="Audiowide"/>
                <a:cs typeface="Audiowide"/>
                <a:sym typeface="Audiowide"/>
              </a:rPr>
              <a:t>WebScrape</a:t>
            </a:r>
            <a:endParaRPr sz="2000" dirty="0">
              <a:solidFill>
                <a:schemeClr val="accent1"/>
              </a:solidFill>
              <a:latin typeface="Audiowide"/>
              <a:ea typeface="Audiowide"/>
              <a:cs typeface="Audiowide"/>
              <a:sym typeface="Audiowide"/>
            </a:endParaRPr>
          </a:p>
        </p:txBody>
      </p:sp>
      <p:sp>
        <p:nvSpPr>
          <p:cNvPr id="984" name="Google Shape;984;p47"/>
          <p:cNvSpPr txBox="1"/>
          <p:nvPr/>
        </p:nvSpPr>
        <p:spPr>
          <a:xfrm>
            <a:off x="3040625" y="2571750"/>
            <a:ext cx="2674500" cy="279450"/>
          </a:xfrm>
          <a:prstGeom prst="rect">
            <a:avLst/>
          </a:prstGeom>
          <a:noFill/>
          <a:ln>
            <a:noFill/>
          </a:ln>
        </p:spPr>
        <p:txBody>
          <a:bodyPr spcFirstLastPara="1" wrap="square" lIns="91425" tIns="91425" rIns="91425" bIns="91425" anchor="ctr" anchorCtr="0">
            <a:noAutofit/>
          </a:bodyPr>
          <a:lstStyle/>
          <a:p>
            <a:pPr algn="ctr"/>
            <a:r>
              <a:rPr lang="en-IN" sz="2000" dirty="0">
                <a:solidFill>
                  <a:schemeClr val="accent1"/>
                </a:solidFill>
                <a:latin typeface="Audiowide"/>
                <a:ea typeface="Audiowide"/>
                <a:cs typeface="Audiowide"/>
                <a:sym typeface="Audiowide"/>
              </a:rPr>
              <a:t>Pre-processing</a:t>
            </a:r>
          </a:p>
          <a:p>
            <a:pPr marL="0" lvl="0" indent="0" algn="ctr" rtl="0">
              <a:spcBef>
                <a:spcPts val="0"/>
              </a:spcBef>
              <a:spcAft>
                <a:spcPts val="0"/>
              </a:spcAft>
              <a:buNone/>
            </a:pPr>
            <a:endParaRPr sz="2000" dirty="0">
              <a:solidFill>
                <a:schemeClr val="accent1"/>
              </a:solidFill>
              <a:latin typeface="Audiowide"/>
              <a:ea typeface="Audiowide"/>
              <a:cs typeface="Audiowide"/>
              <a:sym typeface="Audiowide"/>
            </a:endParaRPr>
          </a:p>
        </p:txBody>
      </p:sp>
      <p:sp>
        <p:nvSpPr>
          <p:cNvPr id="986" name="Google Shape;986;p47"/>
          <p:cNvSpPr txBox="1"/>
          <p:nvPr/>
        </p:nvSpPr>
        <p:spPr>
          <a:xfrm>
            <a:off x="3040636" y="3127076"/>
            <a:ext cx="2674500" cy="558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dirty="0">
                <a:solidFill>
                  <a:schemeClr val="accent1"/>
                </a:solidFill>
                <a:latin typeface="Audiowide"/>
                <a:ea typeface="Audiowide"/>
                <a:cs typeface="Audiowide"/>
                <a:sym typeface="Audiowide"/>
              </a:rPr>
              <a:t>Label</a:t>
            </a:r>
          </a:p>
        </p:txBody>
      </p:sp>
      <p:sp>
        <p:nvSpPr>
          <p:cNvPr id="982" name="Google Shape;982;p47"/>
          <p:cNvSpPr txBox="1"/>
          <p:nvPr/>
        </p:nvSpPr>
        <p:spPr>
          <a:xfrm>
            <a:off x="3040636" y="3963825"/>
            <a:ext cx="2674500" cy="558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2000" b="1" dirty="0">
                <a:solidFill>
                  <a:schemeClr val="accent1"/>
                </a:solidFill>
                <a:uFill>
                  <a:noFill/>
                </a:uFill>
                <a:latin typeface="Audiowide"/>
                <a:ea typeface="Audiowide"/>
                <a:cs typeface="Audiowide"/>
                <a:sym typeface="Audiowide"/>
              </a:rPr>
              <a:t>Models</a:t>
            </a:r>
            <a:endParaRPr lang="en-IN" sz="2000" b="1" dirty="0">
              <a:solidFill>
                <a:schemeClr val="accent1"/>
              </a:solidFill>
              <a:latin typeface="Audiowide"/>
              <a:ea typeface="Audiowide"/>
              <a:cs typeface="Audiowide"/>
              <a:sym typeface="Audiowide"/>
            </a:endParaRPr>
          </a:p>
        </p:txBody>
      </p:sp>
      <p:cxnSp>
        <p:nvCxnSpPr>
          <p:cNvPr id="987" name="Google Shape;987;p47"/>
          <p:cNvCxnSpPr>
            <a:cxnSpLocks/>
            <a:stCxn id="980" idx="3"/>
            <a:endCxn id="45" idx="2"/>
          </p:cNvCxnSpPr>
          <p:nvPr/>
        </p:nvCxnSpPr>
        <p:spPr>
          <a:xfrm>
            <a:off x="5715136" y="1733029"/>
            <a:ext cx="152264" cy="27399"/>
          </a:xfrm>
          <a:prstGeom prst="straightConnector1">
            <a:avLst/>
          </a:prstGeom>
          <a:noFill/>
          <a:ln w="9525" cap="flat" cmpd="sng">
            <a:solidFill>
              <a:schemeClr val="lt1"/>
            </a:solidFill>
            <a:prstDash val="solid"/>
            <a:round/>
            <a:headEnd type="none" w="med" len="med"/>
            <a:tailEnd type="none" w="med" len="med"/>
          </a:ln>
        </p:spPr>
      </p:cxnSp>
      <p:cxnSp>
        <p:nvCxnSpPr>
          <p:cNvPr id="988" name="Google Shape;988;p47"/>
          <p:cNvCxnSpPr>
            <a:cxnSpLocks/>
          </p:cNvCxnSpPr>
          <p:nvPr/>
        </p:nvCxnSpPr>
        <p:spPr>
          <a:xfrm>
            <a:off x="5715125" y="2616251"/>
            <a:ext cx="152275" cy="0"/>
          </a:xfrm>
          <a:prstGeom prst="straightConnector1">
            <a:avLst/>
          </a:prstGeom>
          <a:noFill/>
          <a:ln w="9525" cap="flat" cmpd="sng">
            <a:solidFill>
              <a:schemeClr val="lt1"/>
            </a:solidFill>
            <a:prstDash val="solid"/>
            <a:round/>
            <a:headEnd type="none" w="med" len="med"/>
            <a:tailEnd type="none" w="med" len="med"/>
          </a:ln>
        </p:spPr>
      </p:cxnSp>
      <p:cxnSp>
        <p:nvCxnSpPr>
          <p:cNvPr id="989" name="Google Shape;989;p47"/>
          <p:cNvCxnSpPr>
            <a:cxnSpLocks/>
            <a:stCxn id="986" idx="3"/>
          </p:cNvCxnSpPr>
          <p:nvPr/>
        </p:nvCxnSpPr>
        <p:spPr>
          <a:xfrm rot="10800000" flipH="1">
            <a:off x="5715136" y="3406226"/>
            <a:ext cx="152400" cy="300"/>
          </a:xfrm>
          <a:prstGeom prst="straightConnector1">
            <a:avLst/>
          </a:prstGeom>
          <a:noFill/>
          <a:ln w="9525" cap="flat" cmpd="sng">
            <a:solidFill>
              <a:schemeClr val="lt1"/>
            </a:solidFill>
            <a:prstDash val="solid"/>
            <a:round/>
            <a:headEnd type="none" w="med" len="med"/>
            <a:tailEnd type="none" w="med" len="med"/>
          </a:ln>
        </p:spPr>
      </p:cxnSp>
      <p:cxnSp>
        <p:nvCxnSpPr>
          <p:cNvPr id="990" name="Google Shape;990;p47"/>
          <p:cNvCxnSpPr>
            <a:cxnSpLocks/>
            <a:stCxn id="982" idx="3"/>
          </p:cNvCxnSpPr>
          <p:nvPr/>
        </p:nvCxnSpPr>
        <p:spPr>
          <a:xfrm flipV="1">
            <a:off x="5715136" y="4243175"/>
            <a:ext cx="154964" cy="100"/>
          </a:xfrm>
          <a:prstGeom prst="straightConnector1">
            <a:avLst/>
          </a:prstGeom>
          <a:noFill/>
          <a:ln w="9525" cap="flat" cmpd="sng">
            <a:solidFill>
              <a:schemeClr val="lt1"/>
            </a:solidFill>
            <a:prstDash val="solid"/>
            <a:round/>
            <a:headEnd type="none" w="med" len="med"/>
            <a:tailEnd type="none" w="med" len="med"/>
          </a:ln>
        </p:spPr>
      </p:cxnSp>
      <p:grpSp>
        <p:nvGrpSpPr>
          <p:cNvPr id="995" name="Google Shape;995;p47"/>
          <p:cNvGrpSpPr/>
          <p:nvPr/>
        </p:nvGrpSpPr>
        <p:grpSpPr>
          <a:xfrm rot="10800000">
            <a:off x="8655657" y="3842671"/>
            <a:ext cx="288601" cy="1096693"/>
            <a:chOff x="1006700" y="2603975"/>
            <a:chExt cx="55450" cy="210700"/>
          </a:xfrm>
        </p:grpSpPr>
        <p:sp>
          <p:nvSpPr>
            <p:cNvPr id="996" name="Google Shape;996;p47"/>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7"/>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7"/>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7"/>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7"/>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7"/>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47"/>
          <p:cNvGrpSpPr/>
          <p:nvPr/>
        </p:nvGrpSpPr>
        <p:grpSpPr>
          <a:xfrm>
            <a:off x="713219" y="47661"/>
            <a:ext cx="767910" cy="714388"/>
            <a:chOff x="827350" y="3629733"/>
            <a:chExt cx="1431600" cy="1332067"/>
          </a:xfrm>
        </p:grpSpPr>
        <p:sp>
          <p:nvSpPr>
            <p:cNvPr id="1003" name="Google Shape;1003;p47"/>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7"/>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7"/>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1006;p47"/>
          <p:cNvGrpSpPr/>
          <p:nvPr/>
        </p:nvGrpSpPr>
        <p:grpSpPr>
          <a:xfrm>
            <a:off x="275877" y="623006"/>
            <a:ext cx="437354" cy="406680"/>
            <a:chOff x="827350" y="3629733"/>
            <a:chExt cx="1431600" cy="1332067"/>
          </a:xfrm>
        </p:grpSpPr>
        <p:sp>
          <p:nvSpPr>
            <p:cNvPr id="1007" name="Google Shape;1007;p47"/>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7"/>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7"/>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484916E0-87FC-01EA-F5A4-8FBEFD44CC96}"/>
              </a:ext>
            </a:extLst>
          </p:cNvPr>
          <p:cNvSpPr txBox="1"/>
          <p:nvPr/>
        </p:nvSpPr>
        <p:spPr>
          <a:xfrm>
            <a:off x="5745194" y="2252845"/>
            <a:ext cx="280096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IN" dirty="0">
                <a:solidFill>
                  <a:schemeClr val="accent6">
                    <a:lumMod val="95000"/>
                  </a:schemeClr>
                </a:solidFill>
              </a:rPr>
              <a:t>Duplicates, emojis, </a:t>
            </a:r>
            <a:r>
              <a:rPr lang="en-IN" dirty="0" err="1">
                <a:solidFill>
                  <a:schemeClr val="accent6">
                    <a:lumMod val="95000"/>
                  </a:schemeClr>
                </a:solidFill>
              </a:rPr>
              <a:t>stopwords</a:t>
            </a:r>
            <a:r>
              <a:rPr lang="en-IN" dirty="0">
                <a:solidFill>
                  <a:schemeClr val="accent6">
                    <a:lumMod val="95000"/>
                  </a:schemeClr>
                </a:solidFill>
              </a:rPr>
              <a:t>, special </a:t>
            </a:r>
            <a:r>
              <a:rPr lang="en-IN" dirty="0" err="1">
                <a:solidFill>
                  <a:schemeClr val="accent6">
                    <a:lumMod val="95000"/>
                  </a:schemeClr>
                </a:solidFill>
              </a:rPr>
              <a:t>charecters</a:t>
            </a:r>
            <a:r>
              <a:rPr lang="en-IN" dirty="0">
                <a:solidFill>
                  <a:schemeClr val="accent6">
                    <a:lumMod val="95000"/>
                  </a:schemeClr>
                </a:solidFill>
              </a:rPr>
              <a:t>, stemming, Lemmatization.</a:t>
            </a:r>
          </a:p>
        </p:txBody>
      </p:sp>
      <p:pic>
        <p:nvPicPr>
          <p:cNvPr id="1026" name="Picture 2" descr="1,700+ Cyber Bullying Icon Illustrations, Royalty-Free Vector Graphics &amp;  Clip Art - iStock">
            <a:extLst>
              <a:ext uri="{FF2B5EF4-FFF2-40B4-BE49-F238E27FC236}">
                <a16:creationId xmlns:a16="http://schemas.microsoft.com/office/drawing/2014/main" id="{0C281070-822C-641A-EA6B-84540CE52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1088055" y="1911889"/>
            <a:ext cx="799490" cy="799490"/>
          </a:xfrm>
          <a:prstGeom prst="ellipse">
            <a:avLst/>
          </a:prstGeom>
          <a:ln w="0" cap="rnd">
            <a:solidFill>
              <a:schemeClr val="bg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45" name="Rectangle: Diagonal Corners Snipped 44">
            <a:extLst>
              <a:ext uri="{FF2B5EF4-FFF2-40B4-BE49-F238E27FC236}">
                <a16:creationId xmlns:a16="http://schemas.microsoft.com/office/drawing/2014/main" id="{97746C18-16A6-5CF1-78CF-BE49D5E696E7}"/>
              </a:ext>
            </a:extLst>
          </p:cNvPr>
          <p:cNvSpPr/>
          <p:nvPr/>
        </p:nvSpPr>
        <p:spPr>
          <a:xfrm>
            <a:off x="5867400" y="1406904"/>
            <a:ext cx="2556550" cy="707047"/>
          </a:xfrm>
          <a:prstGeom prst="snip2Diag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Snscrape</a:t>
            </a:r>
            <a:r>
              <a:rPr lang="en-IN" dirty="0"/>
              <a:t>, </a:t>
            </a:r>
            <a:r>
              <a:rPr lang="en-IN" dirty="0" err="1"/>
              <a:t>Apify</a:t>
            </a:r>
            <a:endParaRPr lang="en-IN" dirty="0"/>
          </a:p>
        </p:txBody>
      </p:sp>
      <p:sp>
        <p:nvSpPr>
          <p:cNvPr id="47" name="Rectangle: Diagonal Corners Snipped 46">
            <a:extLst>
              <a:ext uri="{FF2B5EF4-FFF2-40B4-BE49-F238E27FC236}">
                <a16:creationId xmlns:a16="http://schemas.microsoft.com/office/drawing/2014/main" id="{141BE09C-291C-A54A-9A51-07F27DE3CE3A}"/>
              </a:ext>
            </a:extLst>
          </p:cNvPr>
          <p:cNvSpPr/>
          <p:nvPr/>
        </p:nvSpPr>
        <p:spPr>
          <a:xfrm>
            <a:off x="5867400" y="2244818"/>
            <a:ext cx="2556550" cy="707047"/>
          </a:xfrm>
          <a:prstGeom prst="snip2Diag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Rectangle: Diagonal Corners Snipped 47">
            <a:extLst>
              <a:ext uri="{FF2B5EF4-FFF2-40B4-BE49-F238E27FC236}">
                <a16:creationId xmlns:a16="http://schemas.microsoft.com/office/drawing/2014/main" id="{69D63057-791A-EA6F-7F3F-9253AE6A24D8}"/>
              </a:ext>
            </a:extLst>
          </p:cNvPr>
          <p:cNvSpPr/>
          <p:nvPr/>
        </p:nvSpPr>
        <p:spPr>
          <a:xfrm>
            <a:off x="5867400" y="3927225"/>
            <a:ext cx="2556550" cy="707047"/>
          </a:xfrm>
          <a:prstGeom prst="snip2Diag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BiLSTM</a:t>
            </a:r>
            <a:r>
              <a:rPr lang="en-IN" dirty="0"/>
              <a:t>, BERT, RNN, GRU</a:t>
            </a:r>
          </a:p>
        </p:txBody>
      </p:sp>
      <p:sp>
        <p:nvSpPr>
          <p:cNvPr id="49" name="Rectangle: Diagonal Corners Snipped 48">
            <a:extLst>
              <a:ext uri="{FF2B5EF4-FFF2-40B4-BE49-F238E27FC236}">
                <a16:creationId xmlns:a16="http://schemas.microsoft.com/office/drawing/2014/main" id="{D0EFF554-9477-884C-90E4-E606CA0573E8}"/>
              </a:ext>
            </a:extLst>
          </p:cNvPr>
          <p:cNvSpPr/>
          <p:nvPr/>
        </p:nvSpPr>
        <p:spPr>
          <a:xfrm>
            <a:off x="5867400" y="3086685"/>
            <a:ext cx="2556550" cy="707047"/>
          </a:xfrm>
          <a:prstGeom prst="snip2Diag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Polarity score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6"/>
          <p:cNvSpPr/>
          <p:nvPr/>
        </p:nvSpPr>
        <p:spPr>
          <a:xfrm>
            <a:off x="971400" y="975299"/>
            <a:ext cx="7201200" cy="3536943"/>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6"/>
          <p:cNvSpPr txBox="1">
            <a:spLocks noGrp="1"/>
          </p:cNvSpPr>
          <p:nvPr>
            <p:ph type="title"/>
          </p:nvPr>
        </p:nvSpPr>
        <p:spPr>
          <a:xfrm>
            <a:off x="1485900" y="1158642"/>
            <a:ext cx="6172200" cy="44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DATASET DESCRIPTION</a:t>
            </a:r>
            <a:endParaRPr sz="2800" dirty="0"/>
          </a:p>
        </p:txBody>
      </p:sp>
      <p:sp>
        <p:nvSpPr>
          <p:cNvPr id="540" name="Google Shape;540;p36"/>
          <p:cNvSpPr txBox="1">
            <a:spLocks noGrp="1"/>
          </p:cNvSpPr>
          <p:nvPr>
            <p:ph type="subTitle" idx="1"/>
          </p:nvPr>
        </p:nvSpPr>
        <p:spPr>
          <a:xfrm>
            <a:off x="1187245" y="1830912"/>
            <a:ext cx="6865373" cy="2761491"/>
          </a:xfrm>
          <a:prstGeom prst="rect">
            <a:avLst/>
          </a:prstGeom>
        </p:spPr>
        <p:txBody>
          <a:bodyPr spcFirstLastPara="1" wrap="square" lIns="91425" tIns="91425" rIns="91425" bIns="91425" anchor="b" anchorCtr="0">
            <a:noAutofit/>
          </a:bodyPr>
          <a:lstStyle/>
          <a:p>
            <a:pPr marL="3175" indent="-6350" algn="ctr">
              <a:lnSpc>
                <a:spcPct val="110000"/>
              </a:lnSpc>
              <a:spcAft>
                <a:spcPts val="1440"/>
              </a:spcAft>
            </a:pPr>
            <a:r>
              <a:rPr lang="en-US" sz="2400" b="0" i="0" dirty="0">
                <a:solidFill>
                  <a:schemeClr val="accent6">
                    <a:lumMod val="95000"/>
                  </a:schemeClr>
                </a:solidFill>
                <a:effectLst/>
                <a:latin typeface="Open Sans" panose="020B0606030504020204" pitchFamily="34" charset="0"/>
              </a:rPr>
              <a:t>The cyberbullying dataset that was acquired from the twitter database and Instagram database </a:t>
            </a:r>
            <a:r>
              <a:rPr lang="en-US" sz="2400" dirty="0">
                <a:solidFill>
                  <a:schemeClr val="accent6">
                    <a:lumMod val="95000"/>
                  </a:schemeClr>
                </a:solidFill>
                <a:latin typeface="Open Sans" panose="020B0606030504020204" pitchFamily="34" charset="0"/>
              </a:rPr>
              <a:t>through web scraping contains 84121 records and 4 features. There were 6531 duplicates and after removing it the dataset contains 77588 records.</a:t>
            </a:r>
            <a:endParaRPr lang="en-US" sz="2400" dirty="0">
              <a:solidFill>
                <a:schemeClr val="accent6">
                  <a:lumMod val="95000"/>
                </a:schemeClr>
              </a:solidFill>
            </a:endParaRPr>
          </a:p>
        </p:txBody>
      </p:sp>
      <p:grpSp>
        <p:nvGrpSpPr>
          <p:cNvPr id="541" name="Google Shape;541;p36"/>
          <p:cNvGrpSpPr/>
          <p:nvPr/>
        </p:nvGrpSpPr>
        <p:grpSpPr>
          <a:xfrm>
            <a:off x="424632" y="3695521"/>
            <a:ext cx="288601" cy="1096693"/>
            <a:chOff x="1006700" y="2603975"/>
            <a:chExt cx="55450" cy="210700"/>
          </a:xfrm>
        </p:grpSpPr>
        <p:sp>
          <p:nvSpPr>
            <p:cNvPr id="542" name="Google Shape;542;p3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p36"/>
          <p:cNvGrpSpPr/>
          <p:nvPr/>
        </p:nvGrpSpPr>
        <p:grpSpPr>
          <a:xfrm>
            <a:off x="7351974" y="351277"/>
            <a:ext cx="1178637" cy="1096691"/>
            <a:chOff x="827350" y="3629733"/>
            <a:chExt cx="1431600" cy="1332067"/>
          </a:xfrm>
        </p:grpSpPr>
        <p:sp>
          <p:nvSpPr>
            <p:cNvPr id="549" name="Google Shape;549;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6"/>
          <p:cNvGrpSpPr/>
          <p:nvPr/>
        </p:nvGrpSpPr>
        <p:grpSpPr>
          <a:xfrm>
            <a:off x="7916327" y="1616596"/>
            <a:ext cx="781224" cy="726909"/>
            <a:chOff x="827350" y="3629733"/>
            <a:chExt cx="1431600" cy="1332067"/>
          </a:xfrm>
        </p:grpSpPr>
        <p:sp>
          <p:nvSpPr>
            <p:cNvPr id="553" name="Google Shape;553;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6"/>
          <p:cNvGrpSpPr/>
          <p:nvPr/>
        </p:nvGrpSpPr>
        <p:grpSpPr>
          <a:xfrm>
            <a:off x="6235139" y="539499"/>
            <a:ext cx="637062" cy="592770"/>
            <a:chOff x="827350" y="3629733"/>
            <a:chExt cx="1431600" cy="1332067"/>
          </a:xfrm>
        </p:grpSpPr>
        <p:sp>
          <p:nvSpPr>
            <p:cNvPr id="557" name="Google Shape;557;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6"/>
          <p:cNvGrpSpPr/>
          <p:nvPr/>
        </p:nvGrpSpPr>
        <p:grpSpPr>
          <a:xfrm>
            <a:off x="6886468" y="329561"/>
            <a:ext cx="451240" cy="419868"/>
            <a:chOff x="827350" y="3629733"/>
            <a:chExt cx="1431600" cy="1332067"/>
          </a:xfrm>
        </p:grpSpPr>
        <p:sp>
          <p:nvSpPr>
            <p:cNvPr id="561" name="Google Shape;561;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p:cNvSpPr/>
          <p:nvPr/>
        </p:nvSpPr>
        <p:spPr>
          <a:xfrm>
            <a:off x="1475975"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4182000"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a:off x="6888025" y="128222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txBox="1">
            <a:spLocks noGrp="1"/>
          </p:cNvSpPr>
          <p:nvPr>
            <p:ph type="subTitle" idx="7"/>
          </p:nvPr>
        </p:nvSpPr>
        <p:spPr>
          <a:xfrm>
            <a:off x="3419251" y="2269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1600" dirty="0"/>
              <a:t>A</a:t>
            </a:r>
            <a:r>
              <a:rPr lang="en" sz="1600" dirty="0"/>
              <a:t>nalysis of classification column. </a:t>
            </a:r>
            <a:r>
              <a:rPr lang="en-IN" sz="1600" dirty="0"/>
              <a:t>W</a:t>
            </a:r>
            <a:r>
              <a:rPr lang="en" sz="1600" dirty="0"/>
              <a:t>ord cloud to check the frequency of the words (bullying word with highest frequency).</a:t>
            </a:r>
            <a:endParaRPr sz="1600" dirty="0"/>
          </a:p>
        </p:txBody>
      </p:sp>
      <p:sp>
        <p:nvSpPr>
          <p:cNvPr id="360" name="Google Shape;360;p32"/>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Preprocessing Steps</a:t>
            </a:r>
            <a:endParaRPr dirty="0"/>
          </a:p>
        </p:txBody>
      </p:sp>
      <p:sp>
        <p:nvSpPr>
          <p:cNvPr id="364" name="Google Shape;364;p32"/>
          <p:cNvSpPr txBox="1">
            <a:spLocks noGrp="1"/>
          </p:cNvSpPr>
          <p:nvPr>
            <p:ph type="title"/>
          </p:nvPr>
        </p:nvSpPr>
        <p:spPr>
          <a:xfrm>
            <a:off x="713224" y="1835250"/>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Data Cleaning</a:t>
            </a:r>
            <a:endParaRPr dirty="0"/>
          </a:p>
        </p:txBody>
      </p:sp>
      <p:sp>
        <p:nvSpPr>
          <p:cNvPr id="365" name="Google Shape;365;p32"/>
          <p:cNvSpPr txBox="1">
            <a:spLocks noGrp="1"/>
          </p:cNvSpPr>
          <p:nvPr>
            <p:ph type="subTitle" idx="1"/>
          </p:nvPr>
        </p:nvSpPr>
        <p:spPr>
          <a:xfrm>
            <a:off x="510480" y="2269374"/>
            <a:ext cx="2711352" cy="1845425"/>
          </a:xfrm>
          <a:prstGeom prst="rect">
            <a:avLst/>
          </a:prstGeom>
        </p:spPr>
        <p:txBody>
          <a:bodyPr spcFirstLastPara="1" wrap="square" lIns="91425" tIns="91425" rIns="91425" bIns="91425" anchor="t" anchorCtr="0">
            <a:noAutofit/>
          </a:bodyPr>
          <a:lstStyle/>
          <a:p>
            <a:pPr marL="0" indent="0"/>
            <a:r>
              <a:rPr lang="en-US" sz="1600" dirty="0">
                <a:solidFill>
                  <a:schemeClr val="accent6">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eliminating all the undesirable symbols, punctuations, links, mentions, </a:t>
            </a:r>
            <a:r>
              <a:rPr lang="en-US" sz="1600" dirty="0" err="1">
                <a:solidFill>
                  <a:schemeClr val="accent6">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stopwords</a:t>
            </a:r>
            <a:r>
              <a:rPr lang="en-US" sz="1600" dirty="0">
                <a:solidFill>
                  <a:schemeClr val="accent6">
                    <a:lumMod val="95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chemeClr val="accent6">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emojis and special characters from data. Stemming and Lemmatization. Remove duplicates. Length of sentences greater than 100.</a:t>
            </a:r>
            <a:endParaRPr lang="en-US" sz="1600" b="0" dirty="0">
              <a:solidFill>
                <a:schemeClr val="accent6">
                  <a:lumMod val="95000"/>
                </a:schemeClr>
              </a:solidFill>
              <a:effectLst/>
              <a:latin typeface="Times New Roman" panose="02020603050405020304" pitchFamily="18" charset="0"/>
              <a:cs typeface="Times New Roman" panose="02020603050405020304" pitchFamily="18" charset="0"/>
            </a:endParaRPr>
          </a:p>
          <a:p>
            <a:pPr marL="0" lvl="0" indent="0" rtl="0">
              <a:spcBef>
                <a:spcPts val="0"/>
              </a:spcBef>
              <a:spcAft>
                <a:spcPts val="0"/>
              </a:spcAft>
              <a:buNone/>
            </a:pPr>
            <a:endParaRPr lang="en-US" sz="1600" dirty="0">
              <a:solidFill>
                <a:schemeClr val="accent6">
                  <a:lumMod val="95000"/>
                </a:schemeClr>
              </a:solidFill>
              <a:latin typeface="Times New Roman" panose="02020603050405020304" pitchFamily="18" charset="0"/>
              <a:cs typeface="Times New Roman" panose="02020603050405020304" pitchFamily="18" charset="0"/>
            </a:endParaRPr>
          </a:p>
        </p:txBody>
      </p:sp>
      <p:sp>
        <p:nvSpPr>
          <p:cNvPr id="369" name="Google Shape;369;p32"/>
          <p:cNvSpPr txBox="1">
            <a:spLocks noGrp="1"/>
          </p:cNvSpPr>
          <p:nvPr>
            <p:ph type="title" idx="6"/>
          </p:nvPr>
        </p:nvSpPr>
        <p:spPr>
          <a:xfrm>
            <a:off x="3419251" y="1835250"/>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EDA</a:t>
            </a:r>
            <a:endParaRPr dirty="0"/>
          </a:p>
        </p:txBody>
      </p:sp>
      <p:sp>
        <p:nvSpPr>
          <p:cNvPr id="373" name="Google Shape;373;p32"/>
          <p:cNvSpPr txBox="1">
            <a:spLocks noGrp="1"/>
          </p:cNvSpPr>
          <p:nvPr>
            <p:ph type="title" idx="17"/>
          </p:nvPr>
        </p:nvSpPr>
        <p:spPr>
          <a:xfrm>
            <a:off x="6125276" y="1835250"/>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t>Tokenization</a:t>
            </a:r>
            <a:endParaRPr dirty="0"/>
          </a:p>
        </p:txBody>
      </p:sp>
      <p:sp>
        <p:nvSpPr>
          <p:cNvPr id="374" name="Google Shape;374;p32"/>
          <p:cNvSpPr txBox="1">
            <a:spLocks noGrp="1"/>
          </p:cNvSpPr>
          <p:nvPr>
            <p:ph type="subTitle" idx="18"/>
          </p:nvPr>
        </p:nvSpPr>
        <p:spPr>
          <a:xfrm>
            <a:off x="6125276" y="2269375"/>
            <a:ext cx="2305500" cy="48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IN" sz="1600" dirty="0">
                <a:solidFill>
                  <a:schemeClr val="accent6">
                    <a:lumMod val="95000"/>
                  </a:schemeClr>
                </a:solidFill>
                <a:effectLst/>
                <a:latin typeface="Times New Roman" panose="02020603050405020304" pitchFamily="18" charset="0"/>
                <a:ea typeface="Times New Roman" panose="02020603050405020304" pitchFamily="18" charset="0"/>
              </a:rPr>
              <a:t>The “text” and “</a:t>
            </a:r>
            <a:r>
              <a:rPr lang="en-IN" sz="1600" dirty="0" err="1">
                <a:solidFill>
                  <a:schemeClr val="accent6">
                    <a:lumMod val="95000"/>
                  </a:schemeClr>
                </a:solidFill>
                <a:effectLst/>
                <a:latin typeface="Times New Roman" panose="02020603050405020304" pitchFamily="18" charset="0"/>
                <a:ea typeface="Times New Roman" panose="02020603050405020304" pitchFamily="18" charset="0"/>
              </a:rPr>
              <a:t>CB_Classification</a:t>
            </a:r>
            <a:r>
              <a:rPr lang="en-IN" sz="1600" dirty="0">
                <a:solidFill>
                  <a:schemeClr val="accent6">
                    <a:lumMod val="95000"/>
                  </a:schemeClr>
                </a:solidFill>
                <a:effectLst/>
                <a:latin typeface="Times New Roman" panose="02020603050405020304" pitchFamily="18" charset="0"/>
                <a:ea typeface="Times New Roman" panose="02020603050405020304" pitchFamily="18" charset="0"/>
              </a:rPr>
              <a:t>” feature of the dataset contains tweets, thus the variable is tokenized where each word is given a token. </a:t>
            </a:r>
          </a:p>
        </p:txBody>
      </p:sp>
      <p:grpSp>
        <p:nvGrpSpPr>
          <p:cNvPr id="377" name="Google Shape;377;p32"/>
          <p:cNvGrpSpPr/>
          <p:nvPr/>
        </p:nvGrpSpPr>
        <p:grpSpPr>
          <a:xfrm rot="5400000">
            <a:off x="8179407" y="4316346"/>
            <a:ext cx="288601" cy="1096693"/>
            <a:chOff x="1006700" y="2603975"/>
            <a:chExt cx="55450" cy="210700"/>
          </a:xfrm>
        </p:grpSpPr>
        <p:sp>
          <p:nvSpPr>
            <p:cNvPr id="378" name="Google Shape;378;p3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2"/>
          <p:cNvGrpSpPr/>
          <p:nvPr/>
        </p:nvGrpSpPr>
        <p:grpSpPr>
          <a:xfrm>
            <a:off x="57111" y="583985"/>
            <a:ext cx="520959" cy="484739"/>
            <a:chOff x="827350" y="3629733"/>
            <a:chExt cx="1431600" cy="1332067"/>
          </a:xfrm>
        </p:grpSpPr>
        <p:sp>
          <p:nvSpPr>
            <p:cNvPr id="385" name="Google Shape;385;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2"/>
          <p:cNvGrpSpPr/>
          <p:nvPr/>
        </p:nvGrpSpPr>
        <p:grpSpPr>
          <a:xfrm>
            <a:off x="409461" y="85600"/>
            <a:ext cx="409581" cy="381104"/>
            <a:chOff x="827350" y="3629733"/>
            <a:chExt cx="1431600" cy="1332067"/>
          </a:xfrm>
        </p:grpSpPr>
        <p:sp>
          <p:nvSpPr>
            <p:cNvPr id="389" name="Google Shape;389;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 name="Graphic 19" descr="Presentation with bar chart">
            <a:extLst>
              <a:ext uri="{FF2B5EF4-FFF2-40B4-BE49-F238E27FC236}">
                <a16:creationId xmlns:a16="http://schemas.microsoft.com/office/drawing/2014/main" id="{D0D59C62-C689-7A4D-2BD0-DF9D1BA61C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5846" y="1342421"/>
            <a:ext cx="452308" cy="452308"/>
          </a:xfrm>
          <a:prstGeom prst="rect">
            <a:avLst/>
          </a:prstGeom>
        </p:spPr>
      </p:pic>
      <p:pic>
        <p:nvPicPr>
          <p:cNvPr id="22" name="Graphic 21" descr="Braille">
            <a:extLst>
              <a:ext uri="{FF2B5EF4-FFF2-40B4-BE49-F238E27FC236}">
                <a16:creationId xmlns:a16="http://schemas.microsoft.com/office/drawing/2014/main" id="{3955DA56-2902-5872-E1A4-3CB55FF6B8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69025" y="1246950"/>
            <a:ext cx="618000" cy="618000"/>
          </a:xfrm>
          <a:prstGeom prst="rect">
            <a:avLst/>
          </a:prstGeom>
        </p:spPr>
      </p:pic>
      <p:pic>
        <p:nvPicPr>
          <p:cNvPr id="25" name="Graphic 24" descr="Large paint brush">
            <a:extLst>
              <a:ext uri="{FF2B5EF4-FFF2-40B4-BE49-F238E27FC236}">
                <a16:creationId xmlns:a16="http://schemas.microsoft.com/office/drawing/2014/main" id="{C16AE27E-700B-E292-2E77-57EC388650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32579" y="1346993"/>
            <a:ext cx="470213" cy="4702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pic>
        <p:nvPicPr>
          <p:cNvPr id="3" name="Picture 2">
            <a:extLst>
              <a:ext uri="{FF2B5EF4-FFF2-40B4-BE49-F238E27FC236}">
                <a16:creationId xmlns:a16="http://schemas.microsoft.com/office/drawing/2014/main" id="{1AF29E27-C7D7-7486-6E16-3D4BE676E5BE}"/>
              </a:ext>
            </a:extLst>
          </p:cNvPr>
          <p:cNvPicPr>
            <a:picLocks noChangeAspect="1"/>
          </p:cNvPicPr>
          <p:nvPr/>
        </p:nvPicPr>
        <p:blipFill>
          <a:blip r:embed="rId3"/>
          <a:stretch>
            <a:fillRect/>
          </a:stretch>
        </p:blipFill>
        <p:spPr>
          <a:xfrm>
            <a:off x="4513006" y="1559626"/>
            <a:ext cx="3825343" cy="2270876"/>
          </a:xfrm>
          <a:prstGeom prst="snip2DiagRect">
            <a:avLst/>
          </a:prstGeom>
          <a:solidFill>
            <a:srgbClr val="FFFFFF">
              <a:shade val="85000"/>
            </a:srgbClr>
          </a:solidFill>
          <a:ln w="254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grpSp>
        <p:nvGrpSpPr>
          <p:cNvPr id="1372" name="Google Shape;1372;p56"/>
          <p:cNvGrpSpPr/>
          <p:nvPr/>
        </p:nvGrpSpPr>
        <p:grpSpPr>
          <a:xfrm>
            <a:off x="4317331" y="1314565"/>
            <a:ext cx="4219500" cy="3621220"/>
            <a:chOff x="4187225" y="869775"/>
            <a:chExt cx="4219500" cy="3200625"/>
          </a:xfrm>
        </p:grpSpPr>
        <p:sp>
          <p:nvSpPr>
            <p:cNvPr id="1373" name="Google Shape;1373;p56"/>
            <p:cNvSpPr/>
            <p:nvPr/>
          </p:nvSpPr>
          <p:spPr>
            <a:xfrm>
              <a:off x="5662275" y="3677475"/>
              <a:ext cx="1269409" cy="392925"/>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191325" y="869775"/>
              <a:ext cx="4211400" cy="2807700"/>
            </a:xfrm>
            <a:prstGeom prst="snip2DiagRect">
              <a:avLst>
                <a:gd name="adj1" fmla="val 0"/>
                <a:gd name="adj2" fmla="val 9219"/>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5" name="Google Shape;1375;p56"/>
            <p:cNvCxnSpPr/>
            <p:nvPr/>
          </p:nvCxnSpPr>
          <p:spPr>
            <a:xfrm>
              <a:off x="4187225" y="3305175"/>
              <a:ext cx="4219500" cy="0"/>
            </a:xfrm>
            <a:prstGeom prst="straightConnector1">
              <a:avLst/>
            </a:prstGeom>
            <a:noFill/>
            <a:ln w="9525" cap="flat" cmpd="sng">
              <a:solidFill>
                <a:schemeClr val="lt1"/>
              </a:solidFill>
              <a:prstDash val="solid"/>
              <a:round/>
              <a:headEnd type="none" w="med" len="med"/>
              <a:tailEnd type="none" w="med" len="med"/>
            </a:ln>
          </p:spPr>
        </p:cxnSp>
      </p:grpSp>
      <p:sp>
        <p:nvSpPr>
          <p:cNvPr id="1377" name="Google Shape;1377;p56"/>
          <p:cNvSpPr txBox="1">
            <a:spLocks noGrp="1"/>
          </p:cNvSpPr>
          <p:nvPr>
            <p:ph type="subTitle" idx="1"/>
          </p:nvPr>
        </p:nvSpPr>
        <p:spPr>
          <a:xfrm rot="350">
            <a:off x="4456479" y="207906"/>
            <a:ext cx="3749284" cy="1028118"/>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IN" sz="2400" dirty="0">
                <a:solidFill>
                  <a:schemeClr val="bg1"/>
                </a:solidFill>
                <a:latin typeface="Audiowide" panose="020B0604020202020204" charset="0"/>
              </a:rPr>
              <a:t>LANGUAGE DETECTION</a:t>
            </a:r>
            <a:endParaRPr sz="2400" dirty="0">
              <a:solidFill>
                <a:schemeClr val="bg1"/>
              </a:solidFill>
              <a:latin typeface="Audiowide" panose="020B0604020202020204" charset="0"/>
            </a:endParaRPr>
          </a:p>
        </p:txBody>
      </p:sp>
      <p:grpSp>
        <p:nvGrpSpPr>
          <p:cNvPr id="1379" name="Google Shape;1379;p56"/>
          <p:cNvGrpSpPr/>
          <p:nvPr/>
        </p:nvGrpSpPr>
        <p:grpSpPr>
          <a:xfrm>
            <a:off x="254607" y="3602221"/>
            <a:ext cx="288601" cy="1096693"/>
            <a:chOff x="1006700" y="2603975"/>
            <a:chExt cx="55450" cy="210700"/>
          </a:xfrm>
        </p:grpSpPr>
        <p:sp>
          <p:nvSpPr>
            <p:cNvPr id="1380" name="Google Shape;1380;p5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6"/>
          <p:cNvGrpSpPr/>
          <p:nvPr/>
        </p:nvGrpSpPr>
        <p:grpSpPr>
          <a:xfrm>
            <a:off x="7560272" y="279313"/>
            <a:ext cx="760896" cy="707727"/>
            <a:chOff x="827350" y="3629733"/>
            <a:chExt cx="1431600" cy="1332067"/>
          </a:xfrm>
        </p:grpSpPr>
        <p:sp>
          <p:nvSpPr>
            <p:cNvPr id="1387" name="Google Shape;1387;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56"/>
          <p:cNvGrpSpPr/>
          <p:nvPr/>
        </p:nvGrpSpPr>
        <p:grpSpPr>
          <a:xfrm>
            <a:off x="8406717" y="294134"/>
            <a:ext cx="527545" cy="490734"/>
            <a:chOff x="827350" y="3629733"/>
            <a:chExt cx="1431600" cy="1332067"/>
          </a:xfrm>
        </p:grpSpPr>
        <p:sp>
          <p:nvSpPr>
            <p:cNvPr id="1391" name="Google Shape;1391;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224688" y="1063612"/>
            <a:ext cx="412158" cy="383369"/>
            <a:chOff x="827350" y="3629733"/>
            <a:chExt cx="1431600" cy="1332067"/>
          </a:xfrm>
        </p:grpSpPr>
        <p:sp>
          <p:nvSpPr>
            <p:cNvPr id="1395" name="Google Shape;1395;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65122B2E-D21B-E160-30FA-958A509E50D1}"/>
              </a:ext>
            </a:extLst>
          </p:cNvPr>
          <p:cNvPicPr>
            <a:picLocks noChangeAspect="1"/>
          </p:cNvPicPr>
          <p:nvPr/>
        </p:nvPicPr>
        <p:blipFill rotWithShape="1">
          <a:blip r:embed="rId4"/>
          <a:srcRect l="1617"/>
          <a:stretch/>
        </p:blipFill>
        <p:spPr>
          <a:xfrm>
            <a:off x="862909" y="137511"/>
            <a:ext cx="2900035" cy="611724"/>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56518D11-A0FA-70F6-4BFB-20253924142E}"/>
              </a:ext>
            </a:extLst>
          </p:cNvPr>
          <p:cNvPicPr>
            <a:picLocks noChangeAspect="1"/>
          </p:cNvPicPr>
          <p:nvPr/>
        </p:nvPicPr>
        <p:blipFill>
          <a:blip r:embed="rId5"/>
          <a:stretch>
            <a:fillRect/>
          </a:stretch>
        </p:blipFill>
        <p:spPr>
          <a:xfrm>
            <a:off x="853429" y="721965"/>
            <a:ext cx="2900035" cy="4213820"/>
          </a:xfrm>
          <a:prstGeom prst="rect">
            <a:avLst/>
          </a:prstGeom>
        </p:spPr>
      </p:pic>
      <p:sp>
        <p:nvSpPr>
          <p:cNvPr id="2" name="TextBox 1">
            <a:extLst>
              <a:ext uri="{FF2B5EF4-FFF2-40B4-BE49-F238E27FC236}">
                <a16:creationId xmlns:a16="http://schemas.microsoft.com/office/drawing/2014/main" id="{A7A82176-CE36-F21D-F0AA-DFC33A0F6D7A}"/>
              </a:ext>
            </a:extLst>
          </p:cNvPr>
          <p:cNvSpPr txBox="1"/>
          <p:nvPr/>
        </p:nvSpPr>
        <p:spPr>
          <a:xfrm>
            <a:off x="4653116" y="4029561"/>
            <a:ext cx="3622479" cy="461665"/>
          </a:xfrm>
          <a:prstGeom prst="rect">
            <a:avLst/>
          </a:prstGeom>
          <a:noFill/>
        </p:spPr>
        <p:txBody>
          <a:bodyPr wrap="square" rtlCol="0">
            <a:spAutoFit/>
          </a:bodyPr>
          <a:lstStyle/>
          <a:p>
            <a:pPr algn="ctr"/>
            <a:r>
              <a:rPr lang="en-IN" sz="2400" dirty="0">
                <a:solidFill>
                  <a:schemeClr val="bg1"/>
                </a:solidFill>
                <a:latin typeface="Karla" pitchFamily="2" charset="0"/>
              </a:rPr>
              <a:t>Multilingual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50"/>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0"/>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Analysis of dependent variable</a:t>
            </a:r>
            <a:endParaRPr dirty="0"/>
          </a:p>
        </p:txBody>
      </p:sp>
      <p:sp>
        <p:nvSpPr>
          <p:cNvPr id="1145" name="Google Shape;1145;p50"/>
          <p:cNvSpPr txBox="1"/>
          <p:nvPr/>
        </p:nvSpPr>
        <p:spPr>
          <a:xfrm>
            <a:off x="713225" y="4378900"/>
            <a:ext cx="7717500" cy="224400"/>
          </a:xfrm>
          <a:prstGeom prst="rect">
            <a:avLst/>
          </a:prstGeom>
          <a:noFill/>
          <a:ln>
            <a:noFill/>
          </a:ln>
        </p:spPr>
        <p:txBody>
          <a:bodyPr spcFirstLastPara="1" wrap="square" lIns="91425" tIns="91425" rIns="91425" bIns="0" anchor="b" anchorCtr="0">
            <a:noAutofit/>
          </a:bodyPr>
          <a:lstStyle/>
          <a:p>
            <a:pPr marL="0" lvl="0" indent="0" algn="ctr" rtl="0">
              <a:spcBef>
                <a:spcPts val="0"/>
              </a:spcBef>
              <a:spcAft>
                <a:spcPts val="0"/>
              </a:spcAft>
              <a:buNone/>
            </a:pPr>
            <a:endParaRPr sz="1000" dirty="0">
              <a:solidFill>
                <a:schemeClr val="lt1"/>
              </a:solidFill>
              <a:latin typeface="Karla"/>
              <a:ea typeface="Karla"/>
              <a:cs typeface="Karla"/>
              <a:sym typeface="Karla"/>
            </a:endParaRPr>
          </a:p>
        </p:txBody>
      </p:sp>
      <p:sp>
        <p:nvSpPr>
          <p:cNvPr id="1146" name="Google Shape;1146;p50"/>
          <p:cNvSpPr txBox="1">
            <a:spLocks noGrp="1"/>
          </p:cNvSpPr>
          <p:nvPr>
            <p:ph type="title" idx="4294967295"/>
          </p:nvPr>
        </p:nvSpPr>
        <p:spPr>
          <a:xfrm>
            <a:off x="2552049" y="1719117"/>
            <a:ext cx="1717200" cy="32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Comment</a:t>
            </a:r>
            <a:endParaRPr sz="2000" dirty="0"/>
          </a:p>
        </p:txBody>
      </p:sp>
      <p:sp>
        <p:nvSpPr>
          <p:cNvPr id="1148" name="Google Shape;1148;p50"/>
          <p:cNvSpPr txBox="1">
            <a:spLocks noGrp="1"/>
          </p:cNvSpPr>
          <p:nvPr>
            <p:ph type="title" idx="4294967295"/>
          </p:nvPr>
        </p:nvSpPr>
        <p:spPr>
          <a:xfrm>
            <a:off x="2214835" y="2665076"/>
            <a:ext cx="2137283" cy="32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Bullying</a:t>
            </a:r>
            <a:endParaRPr sz="2000" dirty="0"/>
          </a:p>
        </p:txBody>
      </p:sp>
      <p:sp>
        <p:nvSpPr>
          <p:cNvPr id="1150" name="Google Shape;1150;p50"/>
          <p:cNvSpPr txBox="1">
            <a:spLocks noGrp="1"/>
          </p:cNvSpPr>
          <p:nvPr>
            <p:ph type="title" idx="4294967295"/>
          </p:nvPr>
        </p:nvSpPr>
        <p:spPr>
          <a:xfrm>
            <a:off x="2552049" y="3723197"/>
            <a:ext cx="2353856" cy="32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Non-Bullying</a:t>
            </a:r>
            <a:endParaRPr sz="2000" dirty="0"/>
          </a:p>
        </p:txBody>
      </p:sp>
      <p:sp>
        <p:nvSpPr>
          <p:cNvPr id="1152" name="Google Shape;1152;p50"/>
          <p:cNvSpPr/>
          <p:nvPr/>
        </p:nvSpPr>
        <p:spPr>
          <a:xfrm>
            <a:off x="1489739" y="1397000"/>
            <a:ext cx="909900" cy="852000"/>
          </a:xfrm>
          <a:prstGeom prst="snip2DiagRect">
            <a:avLst>
              <a:gd name="adj1" fmla="val 0"/>
              <a:gd name="adj2" fmla="val 11074"/>
            </a:avLst>
          </a:pr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dirty="0">
                <a:solidFill>
                  <a:schemeClr val="lt1"/>
                </a:solidFill>
                <a:latin typeface="Audiowide"/>
                <a:ea typeface="Audiowide"/>
                <a:cs typeface="Audiowide"/>
                <a:sym typeface="Audiowide"/>
              </a:rPr>
              <a:t>27%</a:t>
            </a:r>
            <a:endParaRPr lang="en" sz="1900" dirty="0">
              <a:solidFill>
                <a:schemeClr val="lt1"/>
              </a:solidFill>
            </a:endParaRPr>
          </a:p>
        </p:txBody>
      </p:sp>
      <p:sp>
        <p:nvSpPr>
          <p:cNvPr id="1153" name="Google Shape;1153;p50"/>
          <p:cNvSpPr/>
          <p:nvPr/>
        </p:nvSpPr>
        <p:spPr>
          <a:xfrm>
            <a:off x="1152525" y="2397819"/>
            <a:ext cx="909900" cy="852000"/>
          </a:xfrm>
          <a:prstGeom prst="snip2DiagRect">
            <a:avLst>
              <a:gd name="adj1" fmla="val 0"/>
              <a:gd name="adj2" fmla="val 11074"/>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dirty="0">
                <a:solidFill>
                  <a:schemeClr val="lt1"/>
                </a:solidFill>
                <a:latin typeface="Audiowide"/>
                <a:ea typeface="Audiowide"/>
                <a:cs typeface="Audiowide"/>
                <a:sym typeface="Audiowide"/>
              </a:rPr>
              <a:t>35%</a:t>
            </a:r>
            <a:endParaRPr lang="en" sz="1900" dirty="0">
              <a:solidFill>
                <a:schemeClr val="lt1"/>
              </a:solidFill>
            </a:endParaRPr>
          </a:p>
        </p:txBody>
      </p:sp>
      <p:sp>
        <p:nvSpPr>
          <p:cNvPr id="1154" name="Google Shape;1154;p50"/>
          <p:cNvSpPr/>
          <p:nvPr/>
        </p:nvSpPr>
        <p:spPr>
          <a:xfrm>
            <a:off x="1489750" y="3405257"/>
            <a:ext cx="909900" cy="852000"/>
          </a:xfrm>
          <a:prstGeom prst="snip2DiagRect">
            <a:avLst>
              <a:gd name="adj1" fmla="val 0"/>
              <a:gd name="adj2" fmla="val 11074"/>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dirty="0">
                <a:solidFill>
                  <a:schemeClr val="lt1"/>
                </a:solidFill>
                <a:latin typeface="Audiowide"/>
                <a:ea typeface="Audiowide"/>
                <a:cs typeface="Audiowide"/>
                <a:sym typeface="Audiowide"/>
              </a:rPr>
              <a:t>38%</a:t>
            </a:r>
            <a:endParaRPr lang="en" sz="1900" dirty="0">
              <a:solidFill>
                <a:schemeClr val="lt1"/>
              </a:solidFill>
            </a:endParaRPr>
          </a:p>
        </p:txBody>
      </p:sp>
      <p:grpSp>
        <p:nvGrpSpPr>
          <p:cNvPr id="1155" name="Google Shape;1155;p50"/>
          <p:cNvGrpSpPr/>
          <p:nvPr/>
        </p:nvGrpSpPr>
        <p:grpSpPr>
          <a:xfrm rot="-5400000">
            <a:off x="8198457" y="-283979"/>
            <a:ext cx="288601" cy="1096693"/>
            <a:chOff x="1006700" y="2603975"/>
            <a:chExt cx="55450" cy="210700"/>
          </a:xfrm>
        </p:grpSpPr>
        <p:sp>
          <p:nvSpPr>
            <p:cNvPr id="1156" name="Google Shape;1156;p5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2" name="Google Shape;1162;p50"/>
          <p:cNvGrpSpPr/>
          <p:nvPr/>
        </p:nvGrpSpPr>
        <p:grpSpPr>
          <a:xfrm>
            <a:off x="238273" y="4313105"/>
            <a:ext cx="615731" cy="572656"/>
            <a:chOff x="827350" y="3629733"/>
            <a:chExt cx="1431600" cy="1332067"/>
          </a:xfrm>
        </p:grpSpPr>
        <p:sp>
          <p:nvSpPr>
            <p:cNvPr id="1163" name="Google Shape;1163;p5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 name="Google Shape;1166;p50"/>
          <p:cNvGrpSpPr/>
          <p:nvPr/>
        </p:nvGrpSpPr>
        <p:grpSpPr>
          <a:xfrm>
            <a:off x="583928" y="3717161"/>
            <a:ext cx="473287" cy="440115"/>
            <a:chOff x="827350" y="3629733"/>
            <a:chExt cx="1431600" cy="1332067"/>
          </a:xfrm>
        </p:grpSpPr>
        <p:sp>
          <p:nvSpPr>
            <p:cNvPr id="1167" name="Google Shape;1167;p5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70" name="Google Shape;1170;p50" title="Gráfico">
            <a:hlinkClick r:id="rId3"/>
          </p:cNvPr>
          <p:cNvPicPr preferRelativeResize="0"/>
          <p:nvPr/>
        </p:nvPicPr>
        <p:blipFill>
          <a:blip r:embed="rId4">
            <a:alphaModFix/>
          </a:blip>
          <a:stretch>
            <a:fillRect/>
          </a:stretch>
        </p:blipFill>
        <p:spPr>
          <a:xfrm>
            <a:off x="4504517" y="1235013"/>
            <a:ext cx="4032554" cy="3581454"/>
          </a:xfrm>
          <a:prstGeom prst="rect">
            <a:avLst/>
          </a:prstGeom>
          <a:noFill/>
          <a:ln>
            <a:noFill/>
          </a:ln>
        </p:spPr>
      </p:pic>
      <p:sp>
        <p:nvSpPr>
          <p:cNvPr id="2" name="TextBox 1">
            <a:extLst>
              <a:ext uri="{FF2B5EF4-FFF2-40B4-BE49-F238E27FC236}">
                <a16:creationId xmlns:a16="http://schemas.microsoft.com/office/drawing/2014/main" id="{F489F4B2-5070-3716-F8F4-1689F580574A}"/>
              </a:ext>
            </a:extLst>
          </p:cNvPr>
          <p:cNvSpPr txBox="1"/>
          <p:nvPr/>
        </p:nvSpPr>
        <p:spPr>
          <a:xfrm>
            <a:off x="5221895" y="2812389"/>
            <a:ext cx="2567940" cy="400110"/>
          </a:xfrm>
          <a:prstGeom prst="rect">
            <a:avLst/>
          </a:prstGeom>
          <a:noFill/>
        </p:spPr>
        <p:txBody>
          <a:bodyPr wrap="square" rtlCol="0">
            <a:spAutoFit/>
          </a:bodyPr>
          <a:lstStyle/>
          <a:p>
            <a:pPr algn="ctr"/>
            <a:r>
              <a:rPr lang="en-IN" sz="2000" dirty="0" err="1">
                <a:solidFill>
                  <a:schemeClr val="accent6"/>
                </a:solidFill>
              </a:rPr>
              <a:t>CB_Classification</a:t>
            </a:r>
            <a:endParaRPr lang="en-IN" sz="2000" dirty="0">
              <a:solidFill>
                <a:schemeClr val="accent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44"/>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4"/>
          <p:cNvSpPr/>
          <p:nvPr/>
        </p:nvSpPr>
        <p:spPr>
          <a:xfrm>
            <a:off x="2887517" y="1554975"/>
            <a:ext cx="1383000" cy="1383000"/>
          </a:xfrm>
          <a:prstGeom prst="pie">
            <a:avLst>
              <a:gd name="adj1" fmla="val 16169877"/>
              <a:gd name="adj2" fmla="val 15538893"/>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4"/>
          <p:cNvSpPr/>
          <p:nvPr/>
        </p:nvSpPr>
        <p:spPr>
          <a:xfrm>
            <a:off x="6664043" y="1640699"/>
            <a:ext cx="1383000" cy="1383000"/>
          </a:xfrm>
          <a:prstGeom prst="pie">
            <a:avLst>
              <a:gd name="adj1" fmla="val 16169877"/>
              <a:gd name="adj2" fmla="val 10739535"/>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4"/>
          <p:cNvSpPr/>
          <p:nvPr/>
        </p:nvSpPr>
        <p:spPr>
          <a:xfrm>
            <a:off x="754052" y="1554975"/>
            <a:ext cx="1383000" cy="1383000"/>
          </a:xfrm>
          <a:prstGeom prst="pie">
            <a:avLst>
              <a:gd name="adj1" fmla="val 16169877"/>
              <a:gd name="adj2" fmla="val 14041136"/>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4"/>
          <p:cNvSpPr/>
          <p:nvPr/>
        </p:nvSpPr>
        <p:spPr>
          <a:xfrm>
            <a:off x="3107417" y="1774875"/>
            <a:ext cx="943200" cy="943200"/>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4"/>
          <p:cNvSpPr/>
          <p:nvPr/>
        </p:nvSpPr>
        <p:spPr>
          <a:xfrm>
            <a:off x="6883943" y="1860599"/>
            <a:ext cx="943200" cy="943200"/>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4"/>
          <p:cNvSpPr/>
          <p:nvPr/>
        </p:nvSpPr>
        <p:spPr>
          <a:xfrm>
            <a:off x="973952" y="1774875"/>
            <a:ext cx="943200" cy="943200"/>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4"/>
          <p:cNvSpPr txBox="1">
            <a:spLocks noGrp="1"/>
          </p:cNvSpPr>
          <p:nvPr>
            <p:ph type="title" idx="9"/>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Model Performance</a:t>
            </a:r>
            <a:endParaRPr dirty="0"/>
          </a:p>
        </p:txBody>
      </p:sp>
      <p:sp>
        <p:nvSpPr>
          <p:cNvPr id="873" name="Google Shape;873;p44"/>
          <p:cNvSpPr txBox="1">
            <a:spLocks noGrp="1"/>
          </p:cNvSpPr>
          <p:nvPr>
            <p:ph type="title"/>
          </p:nvPr>
        </p:nvSpPr>
        <p:spPr>
          <a:xfrm>
            <a:off x="524852" y="3269200"/>
            <a:ext cx="1841400" cy="36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BiLSTM</a:t>
            </a:r>
            <a:endParaRPr dirty="0"/>
          </a:p>
        </p:txBody>
      </p:sp>
      <p:sp>
        <p:nvSpPr>
          <p:cNvPr id="874" name="Google Shape;874;p44"/>
          <p:cNvSpPr txBox="1">
            <a:spLocks noGrp="1"/>
          </p:cNvSpPr>
          <p:nvPr>
            <p:ph type="subTitle" idx="1"/>
          </p:nvPr>
        </p:nvSpPr>
        <p:spPr>
          <a:xfrm>
            <a:off x="524852" y="3500976"/>
            <a:ext cx="1841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i="0" dirty="0">
                <a:solidFill>
                  <a:srgbClr val="E2EEFF"/>
                </a:solidFill>
                <a:effectLst/>
                <a:latin typeface="Google Sans"/>
              </a:rPr>
              <a:t>Bi-directional Long Short Term Memory</a:t>
            </a:r>
            <a:endParaRPr lang="en-US" dirty="0"/>
          </a:p>
        </p:txBody>
      </p:sp>
      <p:sp>
        <p:nvSpPr>
          <p:cNvPr id="875" name="Google Shape;875;p44"/>
          <p:cNvSpPr txBox="1">
            <a:spLocks noGrp="1"/>
          </p:cNvSpPr>
          <p:nvPr>
            <p:ph type="title" idx="2"/>
          </p:nvPr>
        </p:nvSpPr>
        <p:spPr>
          <a:xfrm>
            <a:off x="2658613" y="3269200"/>
            <a:ext cx="1841400" cy="36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BERT</a:t>
            </a:r>
            <a:endParaRPr dirty="0"/>
          </a:p>
        </p:txBody>
      </p:sp>
      <p:sp>
        <p:nvSpPr>
          <p:cNvPr id="876" name="Google Shape;876;p44"/>
          <p:cNvSpPr txBox="1">
            <a:spLocks noGrp="1"/>
          </p:cNvSpPr>
          <p:nvPr>
            <p:ph type="subTitle" idx="3"/>
          </p:nvPr>
        </p:nvSpPr>
        <p:spPr>
          <a:xfrm>
            <a:off x="2658613" y="3500976"/>
            <a:ext cx="1841400" cy="78146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IN" b="0" i="0" dirty="0">
                <a:solidFill>
                  <a:srgbClr val="E2EEFF"/>
                </a:solidFill>
                <a:effectLst/>
                <a:latin typeface="Google Sans"/>
              </a:rPr>
              <a:t>Bidirectional Encoder Representations from Transformers</a:t>
            </a:r>
            <a:endParaRPr dirty="0"/>
          </a:p>
        </p:txBody>
      </p:sp>
      <p:sp>
        <p:nvSpPr>
          <p:cNvPr id="877" name="Google Shape;877;p44"/>
          <p:cNvSpPr txBox="1">
            <a:spLocks noGrp="1"/>
          </p:cNvSpPr>
          <p:nvPr>
            <p:ph type="title" idx="4"/>
          </p:nvPr>
        </p:nvSpPr>
        <p:spPr>
          <a:xfrm>
            <a:off x="6434843" y="3354924"/>
            <a:ext cx="1841400" cy="36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GRU</a:t>
            </a:r>
            <a:endParaRPr dirty="0"/>
          </a:p>
        </p:txBody>
      </p:sp>
      <p:sp>
        <p:nvSpPr>
          <p:cNvPr id="878" name="Google Shape;878;p44"/>
          <p:cNvSpPr txBox="1">
            <a:spLocks noGrp="1"/>
          </p:cNvSpPr>
          <p:nvPr>
            <p:ph type="subTitle" idx="5"/>
          </p:nvPr>
        </p:nvSpPr>
        <p:spPr>
          <a:xfrm>
            <a:off x="6434843" y="3586700"/>
            <a:ext cx="1841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solidFill>
                  <a:srgbClr val="E2EEFF"/>
                </a:solidFill>
                <a:latin typeface="Google Sans"/>
              </a:rPr>
              <a:t>Gated Recurrent </a:t>
            </a:r>
          </a:p>
          <a:p>
            <a:pPr marL="0" lvl="0" indent="0" algn="ctr" rtl="0">
              <a:spcBef>
                <a:spcPts val="0"/>
              </a:spcBef>
              <a:spcAft>
                <a:spcPts val="0"/>
              </a:spcAft>
              <a:buNone/>
            </a:pPr>
            <a:r>
              <a:rPr lang="en-IN" dirty="0">
                <a:solidFill>
                  <a:srgbClr val="E2EEFF"/>
                </a:solidFill>
                <a:latin typeface="Google Sans"/>
              </a:rPr>
              <a:t>Unit</a:t>
            </a:r>
            <a:endParaRPr dirty="0"/>
          </a:p>
        </p:txBody>
      </p:sp>
      <p:sp>
        <p:nvSpPr>
          <p:cNvPr id="879" name="Google Shape;879;p44"/>
          <p:cNvSpPr txBox="1">
            <a:spLocks noGrp="1"/>
          </p:cNvSpPr>
          <p:nvPr>
            <p:ph type="title" idx="6"/>
          </p:nvPr>
        </p:nvSpPr>
        <p:spPr>
          <a:xfrm>
            <a:off x="973952" y="1989375"/>
            <a:ext cx="943200" cy="51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88%</a:t>
            </a:r>
            <a:endParaRPr dirty="0"/>
          </a:p>
        </p:txBody>
      </p:sp>
      <p:sp>
        <p:nvSpPr>
          <p:cNvPr id="880" name="Google Shape;880;p44"/>
          <p:cNvSpPr txBox="1">
            <a:spLocks noGrp="1"/>
          </p:cNvSpPr>
          <p:nvPr>
            <p:ph type="title" idx="7"/>
          </p:nvPr>
        </p:nvSpPr>
        <p:spPr>
          <a:xfrm>
            <a:off x="3107417" y="1989375"/>
            <a:ext cx="943200" cy="51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98%</a:t>
            </a:r>
            <a:endParaRPr dirty="0"/>
          </a:p>
        </p:txBody>
      </p:sp>
      <p:sp>
        <p:nvSpPr>
          <p:cNvPr id="881" name="Google Shape;881;p44"/>
          <p:cNvSpPr txBox="1">
            <a:spLocks noGrp="1"/>
          </p:cNvSpPr>
          <p:nvPr>
            <p:ph type="title" idx="8"/>
          </p:nvPr>
        </p:nvSpPr>
        <p:spPr>
          <a:xfrm>
            <a:off x="6883943" y="2075099"/>
            <a:ext cx="943200" cy="51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75%</a:t>
            </a:r>
            <a:endParaRPr dirty="0"/>
          </a:p>
        </p:txBody>
      </p:sp>
      <p:grpSp>
        <p:nvGrpSpPr>
          <p:cNvPr id="882" name="Google Shape;882;p44"/>
          <p:cNvGrpSpPr/>
          <p:nvPr/>
        </p:nvGrpSpPr>
        <p:grpSpPr>
          <a:xfrm rot="10800000">
            <a:off x="159357" y="423196"/>
            <a:ext cx="288601" cy="1096693"/>
            <a:chOff x="1006700" y="2603975"/>
            <a:chExt cx="55450" cy="210700"/>
          </a:xfrm>
        </p:grpSpPr>
        <p:sp>
          <p:nvSpPr>
            <p:cNvPr id="883" name="Google Shape;883;p44"/>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4"/>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4"/>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4"/>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4"/>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4"/>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 name="Google Shape;889;p44"/>
          <p:cNvGrpSpPr/>
          <p:nvPr/>
        </p:nvGrpSpPr>
        <p:grpSpPr>
          <a:xfrm>
            <a:off x="8034824" y="4131134"/>
            <a:ext cx="927391" cy="862780"/>
            <a:chOff x="827350" y="3629733"/>
            <a:chExt cx="1431600" cy="1332067"/>
          </a:xfrm>
        </p:grpSpPr>
        <p:sp>
          <p:nvSpPr>
            <p:cNvPr id="890" name="Google Shape;890;p4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44"/>
          <p:cNvGrpSpPr/>
          <p:nvPr/>
        </p:nvGrpSpPr>
        <p:grpSpPr>
          <a:xfrm>
            <a:off x="8265301" y="3412938"/>
            <a:ext cx="552884" cy="514178"/>
            <a:chOff x="827350" y="3629733"/>
            <a:chExt cx="1431600" cy="1332067"/>
          </a:xfrm>
        </p:grpSpPr>
        <p:sp>
          <p:nvSpPr>
            <p:cNvPr id="894" name="Google Shape;894;p4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44"/>
          <p:cNvGrpSpPr/>
          <p:nvPr/>
        </p:nvGrpSpPr>
        <p:grpSpPr>
          <a:xfrm>
            <a:off x="7352014" y="4536899"/>
            <a:ext cx="437354" cy="406813"/>
            <a:chOff x="827350" y="3629733"/>
            <a:chExt cx="1431600" cy="1332067"/>
          </a:xfrm>
        </p:grpSpPr>
        <p:sp>
          <p:nvSpPr>
            <p:cNvPr id="898" name="Google Shape;898;p4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867;p44">
            <a:extLst>
              <a:ext uri="{FF2B5EF4-FFF2-40B4-BE49-F238E27FC236}">
                <a16:creationId xmlns:a16="http://schemas.microsoft.com/office/drawing/2014/main" id="{7FC2445D-2BC3-E5CB-D340-44E6F0F8C141}"/>
              </a:ext>
            </a:extLst>
          </p:cNvPr>
          <p:cNvSpPr/>
          <p:nvPr/>
        </p:nvSpPr>
        <p:spPr>
          <a:xfrm>
            <a:off x="4851899" y="1621647"/>
            <a:ext cx="1383000" cy="1383000"/>
          </a:xfrm>
          <a:prstGeom prst="pie">
            <a:avLst>
              <a:gd name="adj1" fmla="val 16169877"/>
              <a:gd name="adj2" fmla="val 1280497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70;p44">
            <a:extLst>
              <a:ext uri="{FF2B5EF4-FFF2-40B4-BE49-F238E27FC236}">
                <a16:creationId xmlns:a16="http://schemas.microsoft.com/office/drawing/2014/main" id="{4635FF4D-AE44-508B-FB7F-E55CBB88460C}"/>
              </a:ext>
            </a:extLst>
          </p:cNvPr>
          <p:cNvSpPr/>
          <p:nvPr/>
        </p:nvSpPr>
        <p:spPr>
          <a:xfrm>
            <a:off x="5071799" y="1841547"/>
            <a:ext cx="943200" cy="943200"/>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77;p44">
            <a:extLst>
              <a:ext uri="{FF2B5EF4-FFF2-40B4-BE49-F238E27FC236}">
                <a16:creationId xmlns:a16="http://schemas.microsoft.com/office/drawing/2014/main" id="{B7E9FC6E-C6B2-BB27-EF5B-B0C5FCFA94BD}"/>
              </a:ext>
            </a:extLst>
          </p:cNvPr>
          <p:cNvSpPr txBox="1">
            <a:spLocks/>
          </p:cNvSpPr>
          <p:nvPr/>
        </p:nvSpPr>
        <p:spPr>
          <a:xfrm>
            <a:off x="4622699" y="3335872"/>
            <a:ext cx="1841400" cy="36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Audiowide"/>
              <a:buNone/>
              <a:defRPr sz="2000" b="0" i="0" u="none" strike="noStrike" cap="none">
                <a:solidFill>
                  <a:schemeClr val="accent1"/>
                </a:solidFill>
                <a:latin typeface="Audiowide"/>
                <a:ea typeface="Audiowide"/>
                <a:cs typeface="Audiowide"/>
                <a:sym typeface="Audiowide"/>
              </a:defRPr>
            </a:lvl1pPr>
            <a:lvl2pPr marR="0" lvl="1"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2pPr>
            <a:lvl3pPr marR="0" lvl="2"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3pPr>
            <a:lvl4pPr marR="0" lvl="3"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4pPr>
            <a:lvl5pPr marR="0" lvl="4"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5pPr>
            <a:lvl6pPr marR="0" lvl="5"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6pPr>
            <a:lvl7pPr marR="0" lvl="6"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7pPr>
            <a:lvl8pPr marR="0" lvl="7"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8pPr>
            <a:lvl9pPr marR="0" lvl="8" algn="ctr" rtl="0">
              <a:lnSpc>
                <a:spcPct val="100000"/>
              </a:lnSpc>
              <a:spcBef>
                <a:spcPts val="0"/>
              </a:spcBef>
              <a:spcAft>
                <a:spcPts val="0"/>
              </a:spcAft>
              <a:buClr>
                <a:schemeClr val="lt2"/>
              </a:buClr>
              <a:buSzPts val="2000"/>
              <a:buFont typeface="Arial"/>
              <a:buNone/>
              <a:defRPr sz="2000" b="0" i="0" u="none" strike="noStrike" cap="none">
                <a:solidFill>
                  <a:schemeClr val="lt2"/>
                </a:solidFill>
                <a:latin typeface="Arial"/>
                <a:ea typeface="Arial"/>
                <a:cs typeface="Arial"/>
                <a:sym typeface="Arial"/>
              </a:defRPr>
            </a:lvl9pPr>
          </a:lstStyle>
          <a:p>
            <a:r>
              <a:rPr lang="en-IN"/>
              <a:t>RNN</a:t>
            </a:r>
            <a:endParaRPr lang="en-IN" dirty="0"/>
          </a:p>
        </p:txBody>
      </p:sp>
      <p:sp>
        <p:nvSpPr>
          <p:cNvPr id="5" name="Google Shape;878;p44">
            <a:extLst>
              <a:ext uri="{FF2B5EF4-FFF2-40B4-BE49-F238E27FC236}">
                <a16:creationId xmlns:a16="http://schemas.microsoft.com/office/drawing/2014/main" id="{0A21D57B-D6A7-71E7-3B74-B14E55CE2FEA}"/>
              </a:ext>
            </a:extLst>
          </p:cNvPr>
          <p:cNvSpPr txBox="1">
            <a:spLocks/>
          </p:cNvSpPr>
          <p:nvPr/>
        </p:nvSpPr>
        <p:spPr>
          <a:xfrm>
            <a:off x="4622699" y="3567648"/>
            <a:ext cx="1841400"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1pPr>
            <a:lvl2pPr marL="914400" marR="0" lvl="1"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2pPr>
            <a:lvl3pPr marL="1371600" marR="0" lvl="2"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3pPr>
            <a:lvl4pPr marL="1828800" marR="0" lvl="3"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4pPr>
            <a:lvl5pPr marL="2286000" marR="0" lvl="4"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5pPr>
            <a:lvl6pPr marL="2743200" marR="0" lvl="5"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6pPr>
            <a:lvl7pPr marL="3200400" marR="0" lvl="6"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7pPr>
            <a:lvl8pPr marL="3657600" marR="0" lvl="7"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8pPr>
            <a:lvl9pPr marL="4114800" marR="0" lvl="8" indent="-317500" algn="ctr" rtl="0">
              <a:lnSpc>
                <a:spcPct val="100000"/>
              </a:lnSpc>
              <a:spcBef>
                <a:spcPts val="0"/>
              </a:spcBef>
              <a:spcAft>
                <a:spcPts val="0"/>
              </a:spcAft>
              <a:buClr>
                <a:schemeClr val="lt1"/>
              </a:buClr>
              <a:buSzPts val="1400"/>
              <a:buFont typeface="Karla"/>
              <a:buNone/>
              <a:defRPr sz="1400" b="0" i="0" u="none" strike="noStrike" cap="none">
                <a:solidFill>
                  <a:schemeClr val="lt1"/>
                </a:solidFill>
                <a:latin typeface="Karla"/>
                <a:ea typeface="Karla"/>
                <a:cs typeface="Karla"/>
                <a:sym typeface="Karla"/>
              </a:defRPr>
            </a:lvl9pPr>
          </a:lstStyle>
          <a:p>
            <a:pPr marL="0" indent="0"/>
            <a:r>
              <a:rPr lang="en-IN">
                <a:solidFill>
                  <a:srgbClr val="E2EEFF"/>
                </a:solidFill>
                <a:latin typeface="Google Sans"/>
              </a:rPr>
              <a:t>Recurrent Neural Network</a:t>
            </a:r>
            <a:endParaRPr lang="en-IN" dirty="0"/>
          </a:p>
        </p:txBody>
      </p:sp>
      <p:sp>
        <p:nvSpPr>
          <p:cNvPr id="6" name="Google Shape;881;p44">
            <a:extLst>
              <a:ext uri="{FF2B5EF4-FFF2-40B4-BE49-F238E27FC236}">
                <a16:creationId xmlns:a16="http://schemas.microsoft.com/office/drawing/2014/main" id="{31B103E0-02A2-532D-6ABB-9587D76BD59D}"/>
              </a:ext>
            </a:extLst>
          </p:cNvPr>
          <p:cNvSpPr txBox="1">
            <a:spLocks/>
          </p:cNvSpPr>
          <p:nvPr/>
        </p:nvSpPr>
        <p:spPr>
          <a:xfrm>
            <a:off x="5071799" y="2056047"/>
            <a:ext cx="943200" cy="514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800"/>
              <a:buFont typeface="Audiowide"/>
              <a:buNone/>
              <a:defRPr sz="2000" b="0" i="0" u="none" strike="noStrike" cap="none">
                <a:solidFill>
                  <a:schemeClr val="accent1"/>
                </a:solidFill>
                <a:latin typeface="Audiowide"/>
                <a:ea typeface="Audiowide"/>
                <a:cs typeface="Audiowide"/>
                <a:sym typeface="Audiowide"/>
              </a:defRPr>
            </a:lvl1pPr>
            <a:lvl2pPr marR="0" lvl="1"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4800"/>
              <a:buFont typeface="Arial"/>
              <a:buNone/>
              <a:defRPr sz="4800" b="0" i="0" u="none" strike="noStrike" cap="none">
                <a:solidFill>
                  <a:schemeClr val="accent2"/>
                </a:solidFill>
                <a:latin typeface="Arial"/>
                <a:ea typeface="Arial"/>
                <a:cs typeface="Arial"/>
                <a:sym typeface="Arial"/>
              </a:defRPr>
            </a:lvl9pPr>
          </a:lstStyle>
          <a:p>
            <a:r>
              <a:rPr lang="en" dirty="0"/>
              <a:t>82%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78E402E8-0394-D5CA-B441-3F6D4D045939}"/>
              </a:ext>
            </a:extLst>
          </p:cNvPr>
          <p:cNvSpPr/>
          <p:nvPr/>
        </p:nvSpPr>
        <p:spPr>
          <a:xfrm>
            <a:off x="1422000" y="1057623"/>
            <a:ext cx="6300000" cy="3240000"/>
          </a:xfrm>
          <a:prstGeom prst="snip2Diag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7" name="Google Shape;397;p33"/>
          <p:cNvSpPr txBox="1">
            <a:spLocks noGrp="1"/>
          </p:cNvSpPr>
          <p:nvPr>
            <p:ph type="title"/>
          </p:nvPr>
        </p:nvSpPr>
        <p:spPr>
          <a:xfrm>
            <a:off x="1878799" y="858715"/>
            <a:ext cx="5220000" cy="108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CONCLUSION</a:t>
            </a:r>
            <a:endParaRPr sz="3600" dirty="0"/>
          </a:p>
        </p:txBody>
      </p:sp>
      <p:grpSp>
        <p:nvGrpSpPr>
          <p:cNvPr id="400" name="Google Shape;400;p33"/>
          <p:cNvGrpSpPr/>
          <p:nvPr/>
        </p:nvGrpSpPr>
        <p:grpSpPr>
          <a:xfrm rot="10800000">
            <a:off x="8057882" y="382596"/>
            <a:ext cx="288601" cy="1096693"/>
            <a:chOff x="1006700" y="2603975"/>
            <a:chExt cx="55450" cy="210700"/>
          </a:xfrm>
        </p:grpSpPr>
        <p:sp>
          <p:nvSpPr>
            <p:cNvPr id="401" name="Google Shape;401;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p:cNvGrpSpPr/>
          <p:nvPr/>
        </p:nvGrpSpPr>
        <p:grpSpPr>
          <a:xfrm>
            <a:off x="558602" y="508321"/>
            <a:ext cx="781224" cy="726909"/>
            <a:chOff x="827350" y="3629733"/>
            <a:chExt cx="1431600" cy="1332067"/>
          </a:xfrm>
        </p:grpSpPr>
        <p:sp>
          <p:nvSpPr>
            <p:cNvPr id="408" name="Google Shape;408;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p:cNvGrpSpPr/>
          <p:nvPr/>
        </p:nvGrpSpPr>
        <p:grpSpPr>
          <a:xfrm>
            <a:off x="1387564" y="321673"/>
            <a:ext cx="356325" cy="331552"/>
            <a:chOff x="827350" y="3629733"/>
            <a:chExt cx="1431600" cy="1332067"/>
          </a:xfrm>
        </p:grpSpPr>
        <p:sp>
          <p:nvSpPr>
            <p:cNvPr id="412" name="Google Shape;412;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p:cNvGrpSpPr/>
          <p:nvPr/>
        </p:nvGrpSpPr>
        <p:grpSpPr>
          <a:xfrm>
            <a:off x="7535601" y="3848738"/>
            <a:ext cx="895180" cy="832942"/>
            <a:chOff x="827350" y="3629733"/>
            <a:chExt cx="1431600" cy="1332067"/>
          </a:xfrm>
        </p:grpSpPr>
        <p:sp>
          <p:nvSpPr>
            <p:cNvPr id="416" name="Google Shape;416;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p:cNvGrpSpPr/>
          <p:nvPr/>
        </p:nvGrpSpPr>
        <p:grpSpPr>
          <a:xfrm>
            <a:off x="7902683" y="2980240"/>
            <a:ext cx="598982" cy="557337"/>
            <a:chOff x="827350" y="3629733"/>
            <a:chExt cx="1431600" cy="1332067"/>
          </a:xfrm>
        </p:grpSpPr>
        <p:sp>
          <p:nvSpPr>
            <p:cNvPr id="420" name="Google Shape;420;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p:cNvGrpSpPr/>
          <p:nvPr/>
        </p:nvGrpSpPr>
        <p:grpSpPr>
          <a:xfrm>
            <a:off x="6634531" y="4239131"/>
            <a:ext cx="464268" cy="431989"/>
            <a:chOff x="827350" y="3629733"/>
            <a:chExt cx="1431600" cy="1332067"/>
          </a:xfrm>
        </p:grpSpPr>
        <p:sp>
          <p:nvSpPr>
            <p:cNvPr id="424" name="Google Shape;424;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p:cNvGrpSpPr/>
          <p:nvPr/>
        </p:nvGrpSpPr>
        <p:grpSpPr>
          <a:xfrm rot="5400000">
            <a:off x="962657" y="3906771"/>
            <a:ext cx="288601" cy="1096693"/>
            <a:chOff x="1006700" y="2603975"/>
            <a:chExt cx="55450" cy="210700"/>
          </a:xfrm>
        </p:grpSpPr>
        <p:sp>
          <p:nvSpPr>
            <p:cNvPr id="428" name="Google Shape;428;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90B99D74-43ED-39FA-9746-4BD63AB0372A}"/>
              </a:ext>
            </a:extLst>
          </p:cNvPr>
          <p:cNvSpPr txBox="1"/>
          <p:nvPr/>
        </p:nvSpPr>
        <p:spPr>
          <a:xfrm>
            <a:off x="1499934" y="1990717"/>
            <a:ext cx="6129347" cy="2123658"/>
          </a:xfrm>
          <a:prstGeom prst="rect">
            <a:avLst/>
          </a:prstGeom>
          <a:noFill/>
        </p:spPr>
        <p:txBody>
          <a:bodyPr wrap="square" rtlCol="0">
            <a:spAutoFit/>
          </a:bodyPr>
          <a:lstStyle/>
          <a:p>
            <a:pPr algn="ctr"/>
            <a:r>
              <a:rPr lang="en-US" sz="2200" dirty="0">
                <a:solidFill>
                  <a:srgbClr val="F4F4F4"/>
                </a:solidFill>
                <a:effectLst/>
              </a:rPr>
              <a:t>The </a:t>
            </a:r>
            <a:r>
              <a:rPr lang="en-US" sz="2200" dirty="0" err="1">
                <a:solidFill>
                  <a:srgbClr val="F4F4F4"/>
                </a:solidFill>
                <a:effectLst/>
              </a:rPr>
              <a:t>BiLSTM</a:t>
            </a:r>
            <a:r>
              <a:rPr lang="en-US" sz="2200" dirty="0">
                <a:solidFill>
                  <a:srgbClr val="F4F4F4"/>
                </a:solidFill>
              </a:rPr>
              <a:t>, </a:t>
            </a:r>
            <a:r>
              <a:rPr lang="en-US" sz="2200" dirty="0">
                <a:solidFill>
                  <a:srgbClr val="F4F4F4"/>
                </a:solidFill>
                <a:effectLst/>
              </a:rPr>
              <a:t>BERT, RNN and GRU models have been trained on the tweets from Twitter database and comments from </a:t>
            </a:r>
            <a:r>
              <a:rPr lang="en-US" sz="2200" dirty="0" err="1">
                <a:solidFill>
                  <a:srgbClr val="F4F4F4"/>
                </a:solidFill>
                <a:effectLst/>
              </a:rPr>
              <a:t>Instagaram</a:t>
            </a:r>
            <a:r>
              <a:rPr lang="en-US" sz="2200" dirty="0">
                <a:solidFill>
                  <a:srgbClr val="F4F4F4"/>
                </a:solidFill>
                <a:effectLst/>
              </a:rPr>
              <a:t> database acquired through web scraping, of which the BERT has the highest accuracy and would be used for deployment.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41"/>
          <p:cNvSpPr txBox="1">
            <a:spLocks noGrp="1"/>
          </p:cNvSpPr>
          <p:nvPr>
            <p:ph type="title"/>
          </p:nvPr>
        </p:nvSpPr>
        <p:spPr>
          <a:xfrm rot="186">
            <a:off x="1236953" y="1041228"/>
            <a:ext cx="5538000" cy="110911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dirty="0"/>
              <a:t>Upcoming plans</a:t>
            </a:r>
            <a:endParaRPr sz="4800" dirty="0"/>
          </a:p>
        </p:txBody>
      </p:sp>
      <p:sp>
        <p:nvSpPr>
          <p:cNvPr id="766" name="Google Shape;766;p41"/>
          <p:cNvSpPr txBox="1">
            <a:spLocks noGrp="1"/>
          </p:cNvSpPr>
          <p:nvPr>
            <p:ph type="subTitle" idx="1"/>
          </p:nvPr>
        </p:nvSpPr>
        <p:spPr>
          <a:xfrm>
            <a:off x="2193132" y="2224398"/>
            <a:ext cx="4375530" cy="1506258"/>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Wingdings" panose="05000000000000000000" pitchFamily="2" charset="2"/>
              <a:buChar char="Ø"/>
            </a:pPr>
            <a:r>
              <a:rPr lang="en-US" sz="2400" dirty="0"/>
              <a:t>To Train ERNIE and </a:t>
            </a:r>
            <a:r>
              <a:rPr lang="en-US" sz="2400" dirty="0" err="1"/>
              <a:t>XLNet</a:t>
            </a:r>
            <a:r>
              <a:rPr lang="en-US" sz="2400" dirty="0"/>
              <a:t>.</a:t>
            </a:r>
          </a:p>
          <a:p>
            <a:pPr marL="342900" lvl="0" indent="-342900" algn="l" rtl="0">
              <a:spcBef>
                <a:spcPts val="0"/>
              </a:spcBef>
              <a:spcAft>
                <a:spcPts val="0"/>
              </a:spcAft>
              <a:buFont typeface="Wingdings" panose="05000000000000000000" pitchFamily="2" charset="2"/>
              <a:buChar char="Ø"/>
            </a:pPr>
            <a:r>
              <a:rPr lang="en-US" sz="2400" dirty="0"/>
              <a:t>To use other features.</a:t>
            </a:r>
          </a:p>
          <a:p>
            <a:pPr marL="342900" indent="-342900" algn="l">
              <a:buFont typeface="Wingdings" panose="05000000000000000000" pitchFamily="2" charset="2"/>
              <a:buChar char="Ø"/>
            </a:pPr>
            <a:r>
              <a:rPr lang="en-US" sz="2400" dirty="0"/>
              <a:t>To include some more bullying hashtags.</a:t>
            </a:r>
          </a:p>
          <a:p>
            <a:pPr marL="342900" lvl="0" indent="-342900" algn="l" rtl="0">
              <a:spcBef>
                <a:spcPts val="0"/>
              </a:spcBef>
              <a:spcAft>
                <a:spcPts val="0"/>
              </a:spcAft>
              <a:buFont typeface="Wingdings" panose="05000000000000000000" pitchFamily="2" charset="2"/>
              <a:buChar char="Ø"/>
            </a:pPr>
            <a:endParaRPr lang="en-US" sz="2400" dirty="0"/>
          </a:p>
          <a:p>
            <a:pPr marL="0" lvl="0" indent="0" algn="ctr" rtl="0">
              <a:spcBef>
                <a:spcPts val="0"/>
              </a:spcBef>
              <a:spcAft>
                <a:spcPts val="0"/>
              </a:spcAft>
              <a:buNone/>
            </a:pPr>
            <a:endParaRPr sz="2400" dirty="0"/>
          </a:p>
        </p:txBody>
      </p:sp>
      <p:grpSp>
        <p:nvGrpSpPr>
          <p:cNvPr id="767" name="Google Shape;767;p41"/>
          <p:cNvGrpSpPr/>
          <p:nvPr/>
        </p:nvGrpSpPr>
        <p:grpSpPr>
          <a:xfrm rot="5400000">
            <a:off x="4080555" y="499052"/>
            <a:ext cx="288601" cy="1096693"/>
            <a:chOff x="1006700" y="2603975"/>
            <a:chExt cx="55450" cy="210700"/>
          </a:xfrm>
        </p:grpSpPr>
        <p:sp>
          <p:nvSpPr>
            <p:cNvPr id="768" name="Google Shape;768;p41"/>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1"/>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1"/>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1"/>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1"/>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1"/>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774;p41"/>
          <p:cNvGrpSpPr/>
          <p:nvPr/>
        </p:nvGrpSpPr>
        <p:grpSpPr>
          <a:xfrm>
            <a:off x="6515167" y="2955924"/>
            <a:ext cx="1372762" cy="1277186"/>
            <a:chOff x="827350" y="3629733"/>
            <a:chExt cx="1431600" cy="1332067"/>
          </a:xfrm>
        </p:grpSpPr>
        <p:sp>
          <p:nvSpPr>
            <p:cNvPr id="775" name="Google Shape;775;p4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 name="Google Shape;778;p41"/>
          <p:cNvGrpSpPr/>
          <p:nvPr/>
        </p:nvGrpSpPr>
        <p:grpSpPr>
          <a:xfrm>
            <a:off x="6653544" y="1981773"/>
            <a:ext cx="688313" cy="640458"/>
            <a:chOff x="827350" y="3629733"/>
            <a:chExt cx="1431600" cy="1332067"/>
          </a:xfrm>
        </p:grpSpPr>
        <p:sp>
          <p:nvSpPr>
            <p:cNvPr id="779" name="Google Shape;779;p4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41"/>
          <p:cNvGrpSpPr/>
          <p:nvPr/>
        </p:nvGrpSpPr>
        <p:grpSpPr>
          <a:xfrm>
            <a:off x="4760492" y="4233110"/>
            <a:ext cx="688313" cy="640458"/>
            <a:chOff x="827350" y="3629733"/>
            <a:chExt cx="1431600" cy="1332067"/>
          </a:xfrm>
        </p:grpSpPr>
        <p:sp>
          <p:nvSpPr>
            <p:cNvPr id="783" name="Google Shape;783;p4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41"/>
          <p:cNvGrpSpPr/>
          <p:nvPr/>
        </p:nvGrpSpPr>
        <p:grpSpPr>
          <a:xfrm>
            <a:off x="5687056" y="3708880"/>
            <a:ext cx="439215" cy="408678"/>
            <a:chOff x="827350" y="3629733"/>
            <a:chExt cx="1431600" cy="1332067"/>
          </a:xfrm>
        </p:grpSpPr>
        <p:sp>
          <p:nvSpPr>
            <p:cNvPr id="787" name="Google Shape;787;p41"/>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1"/>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1"/>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45"/>
          <p:cNvSpPr/>
          <p:nvPr/>
        </p:nvSpPr>
        <p:spPr>
          <a:xfrm>
            <a:off x="713225" y="1319800"/>
            <a:ext cx="7704000" cy="3279600"/>
          </a:xfrm>
          <a:prstGeom prst="snip2DiagRect">
            <a:avLst>
              <a:gd name="adj1" fmla="val 0"/>
              <a:gd name="adj2" fmla="val 6011"/>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5"/>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5"/>
          <p:cNvSpPr txBox="1">
            <a:spLocks noGrp="1"/>
          </p:cNvSpPr>
          <p:nvPr>
            <p:ph type="title"/>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t>Schedule</a:t>
            </a:r>
            <a:endParaRPr/>
          </a:p>
        </p:txBody>
      </p:sp>
      <p:graphicFrame>
        <p:nvGraphicFramePr>
          <p:cNvPr id="908" name="Google Shape;908;p45"/>
          <p:cNvGraphicFramePr/>
          <p:nvPr>
            <p:extLst>
              <p:ext uri="{D42A27DB-BD31-4B8C-83A1-F6EECF244321}">
                <p14:modId xmlns:p14="http://schemas.microsoft.com/office/powerpoint/2010/main" val="2145500757"/>
              </p:ext>
            </p:extLst>
          </p:nvPr>
        </p:nvGraphicFramePr>
        <p:xfrm>
          <a:off x="713250" y="1319800"/>
          <a:ext cx="7704000" cy="3279660"/>
        </p:xfrm>
        <a:graphic>
          <a:graphicData uri="http://schemas.openxmlformats.org/drawingml/2006/table">
            <a:tbl>
              <a:tblPr>
                <a:noFill/>
                <a:tableStyleId>{552B3D8D-36B8-4868-8381-8AB2F8298CFA}</a:tableStyleId>
              </a:tblPr>
              <a:tblGrid>
                <a:gridCol w="1284000">
                  <a:extLst>
                    <a:ext uri="{9D8B030D-6E8A-4147-A177-3AD203B41FA5}">
                      <a16:colId xmlns:a16="http://schemas.microsoft.com/office/drawing/2014/main" val="20000"/>
                    </a:ext>
                  </a:extLst>
                </a:gridCol>
                <a:gridCol w="1284000">
                  <a:extLst>
                    <a:ext uri="{9D8B030D-6E8A-4147-A177-3AD203B41FA5}">
                      <a16:colId xmlns:a16="http://schemas.microsoft.com/office/drawing/2014/main" val="20001"/>
                    </a:ext>
                  </a:extLst>
                </a:gridCol>
                <a:gridCol w="1284000">
                  <a:extLst>
                    <a:ext uri="{9D8B030D-6E8A-4147-A177-3AD203B41FA5}">
                      <a16:colId xmlns:a16="http://schemas.microsoft.com/office/drawing/2014/main" val="20002"/>
                    </a:ext>
                  </a:extLst>
                </a:gridCol>
                <a:gridCol w="1284000">
                  <a:extLst>
                    <a:ext uri="{9D8B030D-6E8A-4147-A177-3AD203B41FA5}">
                      <a16:colId xmlns:a16="http://schemas.microsoft.com/office/drawing/2014/main" val="20003"/>
                    </a:ext>
                  </a:extLst>
                </a:gridCol>
                <a:gridCol w="1284000">
                  <a:extLst>
                    <a:ext uri="{9D8B030D-6E8A-4147-A177-3AD203B41FA5}">
                      <a16:colId xmlns:a16="http://schemas.microsoft.com/office/drawing/2014/main" val="20004"/>
                    </a:ext>
                  </a:extLst>
                </a:gridCol>
                <a:gridCol w="1284000">
                  <a:extLst>
                    <a:ext uri="{9D8B030D-6E8A-4147-A177-3AD203B41FA5}">
                      <a16:colId xmlns:a16="http://schemas.microsoft.com/office/drawing/2014/main" val="20005"/>
                    </a:ext>
                  </a:extLst>
                </a:gridCol>
              </a:tblGrid>
              <a:tr h="457175">
                <a:tc>
                  <a:txBody>
                    <a:bodyPr/>
                    <a:lstStyle/>
                    <a:p>
                      <a:pPr marL="0" lvl="0" indent="0" algn="ctr" rtl="0">
                        <a:spcBef>
                          <a:spcPts val="0"/>
                        </a:spcBef>
                        <a:spcAft>
                          <a:spcPts val="0"/>
                        </a:spcAft>
                        <a:buNone/>
                      </a:pPr>
                      <a:r>
                        <a:rPr lang="en" sz="1800" b="1" dirty="0">
                          <a:solidFill>
                            <a:schemeClr val="lt1"/>
                          </a:solidFill>
                          <a:latin typeface="Audiowide"/>
                          <a:ea typeface="Audiowide"/>
                          <a:cs typeface="Audiowide"/>
                          <a:sym typeface="Audiowide"/>
                        </a:rPr>
                        <a:t>Dec</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800" b="1" dirty="0">
                          <a:solidFill>
                            <a:schemeClr val="lt1"/>
                          </a:solidFill>
                          <a:latin typeface="Audiowide"/>
                          <a:ea typeface="Audiowide"/>
                          <a:cs typeface="Audiowide"/>
                          <a:sym typeface="Audiowide"/>
                        </a:rPr>
                        <a:t>Jan</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800" b="1" dirty="0">
                          <a:solidFill>
                            <a:schemeClr val="lt1"/>
                          </a:solidFill>
                          <a:latin typeface="Audiowide"/>
                          <a:ea typeface="Audiowide"/>
                          <a:cs typeface="Audiowide"/>
                          <a:sym typeface="Audiowide"/>
                        </a:rPr>
                        <a:t>Feb</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US" sz="1800" b="1" dirty="0">
                          <a:solidFill>
                            <a:schemeClr val="lt1"/>
                          </a:solidFill>
                          <a:latin typeface="Audiowide"/>
                          <a:ea typeface="Audiowide"/>
                          <a:cs typeface="Audiowide"/>
                          <a:sym typeface="Audiowide"/>
                        </a:rPr>
                        <a:t>Mar</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800" b="1" dirty="0">
                          <a:solidFill>
                            <a:schemeClr val="lt1"/>
                          </a:solidFill>
                          <a:latin typeface="Audiowide"/>
                          <a:ea typeface="Audiowide"/>
                          <a:cs typeface="Audiowide"/>
                          <a:sym typeface="Audiowide"/>
                        </a:rPr>
                        <a:t>April</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800" b="1" dirty="0">
                          <a:solidFill>
                            <a:schemeClr val="lt1"/>
                          </a:solidFill>
                          <a:latin typeface="Audiowide"/>
                          <a:ea typeface="Audiowide"/>
                          <a:cs typeface="Audiowide"/>
                          <a:sym typeface="Audiowide"/>
                        </a:rPr>
                        <a:t>May</a:t>
                      </a:r>
                      <a:endParaRPr sz="1800" b="1" dirty="0">
                        <a:solidFill>
                          <a:schemeClr val="l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1"/>
                  </a:ext>
                </a:extLst>
              </a:tr>
              <a:tr h="893575">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endParaRPr dirty="0">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endParaRPr dirty="0">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endParaRPr dirty="0">
                        <a:solidFill>
                          <a:schemeClr val="dk2"/>
                        </a:solidFill>
                        <a:latin typeface="Anaheim"/>
                        <a:ea typeface="Anaheim"/>
                        <a:cs typeface="Anaheim"/>
                        <a:sym typeface="Anaheim"/>
                      </a:endParaRPr>
                    </a:p>
                  </a:txBody>
                  <a:tcPr marL="91425" marR="91425" marT="91425" marB="91425">
                    <a:lnL w="9525" cap="flat" cmpd="sng">
                      <a:solidFill>
                        <a:schemeClr val="lt1"/>
                      </a:solidFill>
                      <a:prstDash val="dash"/>
                      <a:round/>
                      <a:headEnd type="none" w="sm" len="sm"/>
                      <a:tailEnd type="none" w="sm" len="sm"/>
                    </a:lnL>
                    <a:lnR w="9525" cap="flat" cmpd="sng">
                      <a:solidFill>
                        <a:schemeClr val="lt1"/>
                      </a:solidFill>
                      <a:prstDash val="dash"/>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252600">
                <a:tc>
                  <a:txBody>
                    <a:bodyPr/>
                    <a:lstStyle/>
                    <a:p>
                      <a:pPr marL="0" lvl="0" indent="0" algn="l" rtl="0">
                        <a:spcBef>
                          <a:spcPts val="0"/>
                        </a:spcBef>
                        <a:spcAft>
                          <a:spcPts val="0"/>
                        </a:spcAft>
                        <a:buNone/>
                      </a:pPr>
                      <a:r>
                        <a:rPr lang="en" sz="1600" b="1" dirty="0">
                          <a:solidFill>
                            <a:schemeClr val="lt1"/>
                          </a:solidFill>
                          <a:latin typeface="Audiowide"/>
                          <a:ea typeface="Audiowide"/>
                          <a:cs typeface="Audiowide"/>
                          <a:sym typeface="Audiowide"/>
                        </a:rPr>
                        <a:t>Task</a:t>
                      </a:r>
                      <a:endParaRPr sz="1600" b="1" dirty="0">
                        <a:solidFill>
                          <a:schemeClr val="lt1"/>
                        </a:solidFill>
                        <a:latin typeface="Audiowide"/>
                        <a:ea typeface="Audiowide"/>
                        <a:cs typeface="Audiowide"/>
                        <a:sym typeface="Audiowide"/>
                      </a:endParaRPr>
                    </a:p>
                  </a:txBody>
                  <a:tcPr marL="91425" marR="91425"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gridSpan="2">
                  <a:txBody>
                    <a:bodyPr/>
                    <a:lstStyle/>
                    <a:p>
                      <a:pPr marL="0" lvl="0" indent="0" algn="l" rtl="0">
                        <a:spcBef>
                          <a:spcPts val="0"/>
                        </a:spcBef>
                        <a:spcAft>
                          <a:spcPts val="0"/>
                        </a:spcAft>
                        <a:buNone/>
                      </a:pPr>
                      <a:r>
                        <a:rPr lang="en" sz="1600" b="1">
                          <a:solidFill>
                            <a:schemeClr val="lt1"/>
                          </a:solidFill>
                          <a:latin typeface="Audiowide"/>
                          <a:ea typeface="Audiowide"/>
                          <a:cs typeface="Audiowide"/>
                          <a:sym typeface="Audiowide"/>
                        </a:rPr>
                        <a:t>Description</a:t>
                      </a:r>
                      <a:endParaRPr sz="1600" b="1">
                        <a:solidFill>
                          <a:schemeClr val="lt1"/>
                        </a:solidFill>
                        <a:latin typeface="Audiowide"/>
                        <a:ea typeface="Audiowide"/>
                        <a:cs typeface="Audiowide"/>
                        <a:sym typeface="Audiowide"/>
                      </a:endParaRPr>
                    </a:p>
                  </a:txBody>
                  <a:tcPr marL="91425" marR="91425"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hMerge="1">
                  <a:txBody>
                    <a:bodyPr/>
                    <a:lstStyle/>
                    <a:p>
                      <a:endParaRPr lang="en-US"/>
                    </a:p>
                  </a:txBody>
                  <a:tcPr/>
                </a:tc>
                <a:tc gridSpan="2">
                  <a:txBody>
                    <a:bodyPr/>
                    <a:lstStyle/>
                    <a:p>
                      <a:pPr marL="0" lvl="0" indent="0" algn="ctr" rtl="0">
                        <a:spcBef>
                          <a:spcPts val="0"/>
                        </a:spcBef>
                        <a:spcAft>
                          <a:spcPts val="0"/>
                        </a:spcAft>
                        <a:buNone/>
                      </a:pPr>
                      <a:r>
                        <a:rPr lang="en" sz="1600" b="1" dirty="0">
                          <a:solidFill>
                            <a:schemeClr val="lt1"/>
                          </a:solidFill>
                          <a:latin typeface="Audiowide"/>
                          <a:ea typeface="Audiowide"/>
                          <a:cs typeface="Audiowide"/>
                          <a:sym typeface="Audiowide"/>
                        </a:rPr>
                        <a:t>Date</a:t>
                      </a:r>
                      <a:endParaRPr sz="1600" b="1" dirty="0">
                        <a:solidFill>
                          <a:schemeClr val="lt1"/>
                        </a:solidFill>
                        <a:latin typeface="Audiowide"/>
                        <a:ea typeface="Audiowide"/>
                        <a:cs typeface="Audiowide"/>
                        <a:sym typeface="Audiowide"/>
                      </a:endParaRPr>
                    </a:p>
                  </a:txBody>
                  <a:tcPr marL="91425" marR="91425"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tc hMerge="1">
                  <a:txBody>
                    <a:bodyPr/>
                    <a:lstStyle/>
                    <a:p>
                      <a:endParaRPr lang="en-US"/>
                    </a:p>
                  </a:txBody>
                  <a:tcPr/>
                </a:tc>
                <a:tc>
                  <a:txBody>
                    <a:bodyPr/>
                    <a:lstStyle/>
                    <a:p>
                      <a:pPr marL="0" lvl="0" indent="0" algn="ctr" rtl="0">
                        <a:spcBef>
                          <a:spcPts val="0"/>
                        </a:spcBef>
                        <a:spcAft>
                          <a:spcPts val="0"/>
                        </a:spcAft>
                        <a:buNone/>
                      </a:pPr>
                      <a:r>
                        <a:rPr lang="en" sz="1600" b="1">
                          <a:solidFill>
                            <a:schemeClr val="lt1"/>
                          </a:solidFill>
                          <a:latin typeface="Audiowide"/>
                          <a:ea typeface="Audiowide"/>
                          <a:cs typeface="Audiowide"/>
                          <a:sym typeface="Audiowide"/>
                        </a:rPr>
                        <a:t>Status</a:t>
                      </a:r>
                      <a:endParaRPr sz="1600" b="1">
                        <a:solidFill>
                          <a:schemeClr val="lt1"/>
                        </a:solidFill>
                        <a:latin typeface="Audiowide"/>
                        <a:ea typeface="Audiowide"/>
                        <a:cs typeface="Audiowide"/>
                        <a:sym typeface="Audiowide"/>
                      </a:endParaRPr>
                    </a:p>
                  </a:txBody>
                  <a:tcPr marL="91425" marR="91425"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0355F">
                        <a:alpha val="59069"/>
                      </a:srgbClr>
                    </a:solidFill>
                  </a:tcPr>
                </a:tc>
                <a:extLst>
                  <a:ext uri="{0D108BD9-81ED-4DB2-BD59-A6C34878D82A}">
                    <a16:rowId xmlns:a16="http://schemas.microsoft.com/office/drawing/2014/main" val="10003"/>
                  </a:ext>
                </a:extLst>
              </a:tr>
              <a:tr h="426700">
                <a:tc>
                  <a:txBody>
                    <a:bodyPr/>
                    <a:lstStyle/>
                    <a:p>
                      <a:pPr marL="0" lvl="0" indent="0" algn="l" rtl="0">
                        <a:spcBef>
                          <a:spcPts val="0"/>
                        </a:spcBef>
                        <a:spcAft>
                          <a:spcPts val="0"/>
                        </a:spcAft>
                        <a:buNone/>
                      </a:pPr>
                      <a:r>
                        <a:rPr lang="en" sz="1600" b="1" dirty="0">
                          <a:solidFill>
                            <a:schemeClr val="accent1"/>
                          </a:solidFill>
                          <a:latin typeface="Audiowide"/>
                          <a:ea typeface="Audiowide"/>
                          <a:cs typeface="Audiowide"/>
                          <a:sym typeface="Audiowide"/>
                        </a:rPr>
                        <a:t>Task 1,2</a:t>
                      </a:r>
                      <a:endParaRPr lang="en-IN" sz="1600" b="1" dirty="0">
                        <a:solidFill>
                          <a:schemeClr val="accen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r>
                        <a:rPr lang="en-US" sz="1200" dirty="0">
                          <a:solidFill>
                            <a:schemeClr val="lt1"/>
                          </a:solidFill>
                          <a:latin typeface="Karla"/>
                          <a:ea typeface="Karla"/>
                          <a:cs typeface="Karla"/>
                          <a:sym typeface="Karla"/>
                        </a:rPr>
                        <a:t>Scraping data, polarity, models</a:t>
                      </a: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gridSpan="2">
                  <a:txBody>
                    <a:bodyPr/>
                    <a:lstStyle/>
                    <a:p>
                      <a:pPr marL="0" lvl="0" indent="0" algn="ctr" rtl="0">
                        <a:spcBef>
                          <a:spcPts val="0"/>
                        </a:spcBef>
                        <a:spcAft>
                          <a:spcPts val="0"/>
                        </a:spcAft>
                        <a:buNone/>
                      </a:pPr>
                      <a:r>
                        <a:rPr lang="en" sz="1200" dirty="0">
                          <a:solidFill>
                            <a:schemeClr val="lt1"/>
                          </a:solidFill>
                          <a:latin typeface="Karla"/>
                          <a:ea typeface="Karla"/>
                          <a:cs typeface="Karla"/>
                          <a:sym typeface="Karla"/>
                        </a:rPr>
                        <a:t>Dec 26– Feb 5</a:t>
                      </a:r>
                      <a:endParaRPr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a:txBody>
                    <a:bodyPr/>
                    <a:lstStyle/>
                    <a:p>
                      <a:pPr marL="0" lvl="0" indent="0" algn="ctr" rtl="0">
                        <a:spcBef>
                          <a:spcPts val="0"/>
                        </a:spcBef>
                        <a:spcAft>
                          <a:spcPts val="0"/>
                        </a:spcAft>
                        <a:buNone/>
                      </a:pPr>
                      <a:r>
                        <a:rPr lang="en" sz="1200">
                          <a:solidFill>
                            <a:schemeClr val="dk1"/>
                          </a:solidFill>
                          <a:latin typeface="Karla"/>
                          <a:ea typeface="Karla"/>
                          <a:cs typeface="Karla"/>
                          <a:sym typeface="Karla"/>
                        </a:rPr>
                        <a:t>Completed</a:t>
                      </a:r>
                      <a:endParaRPr sz="1200">
                        <a:solidFill>
                          <a:schemeClr val="dk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extLst>
                  <a:ext uri="{0D108BD9-81ED-4DB2-BD59-A6C34878D82A}">
                    <a16:rowId xmlns:a16="http://schemas.microsoft.com/office/drawing/2014/main" val="10004"/>
                  </a:ext>
                </a:extLst>
              </a:tr>
              <a:tr h="426700">
                <a:tc>
                  <a:txBody>
                    <a:bodyPr/>
                    <a:lstStyle/>
                    <a:p>
                      <a:pPr marL="0" lvl="0" indent="0" algn="l" rtl="0">
                        <a:spcBef>
                          <a:spcPts val="0"/>
                        </a:spcBef>
                        <a:spcAft>
                          <a:spcPts val="0"/>
                        </a:spcAft>
                        <a:buNone/>
                      </a:pPr>
                      <a:r>
                        <a:rPr lang="en" sz="1600" b="1" dirty="0">
                          <a:solidFill>
                            <a:schemeClr val="accent1"/>
                          </a:solidFill>
                          <a:latin typeface="Audiowide"/>
                          <a:ea typeface="Audiowide"/>
                          <a:cs typeface="Audiowide"/>
                          <a:sym typeface="Audiowide"/>
                        </a:rPr>
                        <a:t>Task 1</a:t>
                      </a:r>
                      <a:endParaRPr sz="1600" b="1" dirty="0">
                        <a:solidFill>
                          <a:schemeClr val="accen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r>
                        <a:rPr lang="en-US" sz="1200" dirty="0">
                          <a:solidFill>
                            <a:schemeClr val="lt1"/>
                          </a:solidFill>
                          <a:latin typeface="Karla"/>
                          <a:ea typeface="Karla"/>
                          <a:cs typeface="Karla"/>
                          <a:sym typeface="Karla"/>
                        </a:rPr>
                        <a:t>Ernie, </a:t>
                      </a:r>
                      <a:r>
                        <a:rPr lang="en-US" sz="1200" dirty="0" err="1">
                          <a:solidFill>
                            <a:schemeClr val="lt1"/>
                          </a:solidFill>
                          <a:latin typeface="Karla"/>
                          <a:ea typeface="Karla"/>
                          <a:cs typeface="Karla"/>
                          <a:sym typeface="Karla"/>
                        </a:rPr>
                        <a:t>XLNet</a:t>
                      </a:r>
                      <a:endParaRPr lang="en-US"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gridSpan="2">
                  <a:txBody>
                    <a:bodyPr/>
                    <a:lstStyle/>
                    <a:p>
                      <a:pPr marL="0" lvl="0" indent="0" algn="ctr" rtl="0">
                        <a:spcBef>
                          <a:spcPts val="0"/>
                        </a:spcBef>
                        <a:spcAft>
                          <a:spcPts val="0"/>
                        </a:spcAft>
                        <a:buNone/>
                      </a:pPr>
                      <a:r>
                        <a:rPr lang="en" sz="1200" dirty="0">
                          <a:solidFill>
                            <a:schemeClr val="lt1"/>
                          </a:solidFill>
                          <a:latin typeface="Karla"/>
                          <a:ea typeface="Karla"/>
                          <a:cs typeface="Karla"/>
                          <a:sym typeface="Karla"/>
                        </a:rPr>
                        <a:t>Feb 6- Mar 22</a:t>
                      </a:r>
                      <a:endParaRPr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a:txBody>
                    <a:bodyPr/>
                    <a:lstStyle/>
                    <a:p>
                      <a:pPr marL="0" lvl="0" indent="0" algn="ctr" rtl="0">
                        <a:spcBef>
                          <a:spcPts val="0"/>
                        </a:spcBef>
                        <a:spcAft>
                          <a:spcPts val="0"/>
                        </a:spcAft>
                        <a:buNone/>
                      </a:pPr>
                      <a:r>
                        <a:rPr lang="en" sz="1200" dirty="0">
                          <a:solidFill>
                            <a:schemeClr val="lt1"/>
                          </a:solidFill>
                          <a:latin typeface="Karla"/>
                          <a:ea typeface="Karla"/>
                          <a:cs typeface="Karla"/>
                          <a:sym typeface="Karla"/>
                        </a:rPr>
                        <a:t>In progress</a:t>
                      </a:r>
                      <a:endParaRPr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426700">
                <a:tc>
                  <a:txBody>
                    <a:bodyPr/>
                    <a:lstStyle/>
                    <a:p>
                      <a:pPr marL="0" lvl="0" indent="0" algn="l" rtl="0">
                        <a:spcBef>
                          <a:spcPts val="0"/>
                        </a:spcBef>
                        <a:spcAft>
                          <a:spcPts val="0"/>
                        </a:spcAft>
                        <a:buNone/>
                      </a:pPr>
                      <a:r>
                        <a:rPr lang="en" sz="1600" b="1" dirty="0">
                          <a:solidFill>
                            <a:schemeClr val="accent1"/>
                          </a:solidFill>
                          <a:latin typeface="Audiowide"/>
                          <a:ea typeface="Audiowide"/>
                          <a:cs typeface="Audiowide"/>
                          <a:sym typeface="Audiowide"/>
                        </a:rPr>
                        <a:t>Task 3</a:t>
                      </a:r>
                      <a:endParaRPr sz="1600" b="1" dirty="0">
                        <a:solidFill>
                          <a:schemeClr val="accent1"/>
                        </a:solidFill>
                        <a:latin typeface="Audiowide"/>
                        <a:ea typeface="Audiowide"/>
                        <a:cs typeface="Audiowide"/>
                        <a:sym typeface="Audiowid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gridSpan="2">
                  <a:txBody>
                    <a:bodyPr/>
                    <a:lstStyle/>
                    <a:p>
                      <a:pPr marL="0" lvl="0" indent="0" algn="l" rtl="0">
                        <a:spcBef>
                          <a:spcPts val="0"/>
                        </a:spcBef>
                        <a:spcAft>
                          <a:spcPts val="0"/>
                        </a:spcAft>
                        <a:buNone/>
                      </a:pPr>
                      <a:r>
                        <a:rPr lang="en-IN" sz="1200" dirty="0">
                          <a:solidFill>
                            <a:schemeClr val="lt1"/>
                          </a:solidFill>
                          <a:latin typeface="Karla"/>
                          <a:ea typeface="Karla"/>
                          <a:cs typeface="Karla"/>
                          <a:sym typeface="Karla"/>
                        </a:rPr>
                        <a:t>Deployment</a:t>
                      </a: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hMerge="1">
                  <a:txBody>
                    <a:bodyPr/>
                    <a:lstStyle/>
                    <a:p>
                      <a:endParaRPr lang="en-US"/>
                    </a:p>
                  </a:txBody>
                  <a:tcPr/>
                </a:tc>
                <a:tc gridSpan="2">
                  <a:txBody>
                    <a:bodyPr/>
                    <a:lstStyle/>
                    <a:p>
                      <a:pPr marL="0" lvl="0" indent="0" algn="ctr" rtl="0">
                        <a:spcBef>
                          <a:spcPts val="0"/>
                        </a:spcBef>
                        <a:spcAft>
                          <a:spcPts val="0"/>
                        </a:spcAft>
                        <a:buNone/>
                      </a:pPr>
                      <a:r>
                        <a:rPr lang="en" sz="1200" dirty="0">
                          <a:solidFill>
                            <a:schemeClr val="lt1"/>
                          </a:solidFill>
                          <a:latin typeface="Karla"/>
                          <a:ea typeface="Karla"/>
                          <a:cs typeface="Karla"/>
                          <a:sym typeface="Karla"/>
                        </a:rPr>
                        <a:t>Mar 23 onwards</a:t>
                      </a:r>
                      <a:endParaRPr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hMerge="1">
                  <a:txBody>
                    <a:bodyPr/>
                    <a:lstStyle/>
                    <a:p>
                      <a:endParaRPr lang="en-US"/>
                    </a:p>
                  </a:txBody>
                  <a:tcPr/>
                </a:tc>
                <a:tc>
                  <a:txBody>
                    <a:bodyPr/>
                    <a:lstStyle/>
                    <a:p>
                      <a:pPr marL="0" lvl="0" indent="0" algn="ctr" rtl="0">
                        <a:spcBef>
                          <a:spcPts val="0"/>
                        </a:spcBef>
                        <a:spcAft>
                          <a:spcPts val="0"/>
                        </a:spcAft>
                        <a:buNone/>
                      </a:pPr>
                      <a:r>
                        <a:rPr lang="en" sz="1200" dirty="0">
                          <a:solidFill>
                            <a:schemeClr val="lt1"/>
                          </a:solidFill>
                          <a:latin typeface="Karla"/>
                          <a:ea typeface="Karla"/>
                          <a:cs typeface="Karla"/>
                          <a:sym typeface="Karla"/>
                        </a:rPr>
                        <a:t>Delayed</a:t>
                      </a:r>
                      <a:endParaRPr sz="1200" dirty="0">
                        <a:solidFill>
                          <a:schemeClr val="lt1"/>
                        </a:solidFill>
                        <a:latin typeface="Karla"/>
                        <a:ea typeface="Karla"/>
                        <a:cs typeface="Karla"/>
                        <a:sym typeface="Karl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bl>
          </a:graphicData>
        </a:graphic>
      </p:graphicFrame>
      <p:grpSp>
        <p:nvGrpSpPr>
          <p:cNvPr id="909" name="Google Shape;909;p45"/>
          <p:cNvGrpSpPr/>
          <p:nvPr/>
        </p:nvGrpSpPr>
        <p:grpSpPr>
          <a:xfrm>
            <a:off x="799525" y="1943275"/>
            <a:ext cx="3651030" cy="200450"/>
            <a:chOff x="952500" y="1389899"/>
            <a:chExt cx="3651030" cy="236771"/>
          </a:xfrm>
        </p:grpSpPr>
        <p:sp>
          <p:nvSpPr>
            <p:cNvPr id="910" name="Google Shape;910;p45"/>
            <p:cNvSpPr/>
            <p:nvPr/>
          </p:nvSpPr>
          <p:spPr>
            <a:xfrm>
              <a:off x="952500" y="1389970"/>
              <a:ext cx="2962500" cy="2367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lt1"/>
                </a:solidFill>
                <a:latin typeface="Karla"/>
                <a:ea typeface="Karla"/>
                <a:cs typeface="Karla"/>
                <a:sym typeface="Karla"/>
              </a:endParaRPr>
            </a:p>
          </p:txBody>
        </p:sp>
        <p:sp>
          <p:nvSpPr>
            <p:cNvPr id="911" name="Google Shape;911;p45"/>
            <p:cNvSpPr/>
            <p:nvPr/>
          </p:nvSpPr>
          <p:spPr>
            <a:xfrm>
              <a:off x="1862399" y="1389899"/>
              <a:ext cx="2741131" cy="236758"/>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1"/>
                  </a:solidFill>
                  <a:latin typeface="Karla"/>
                  <a:ea typeface="Karla"/>
                  <a:cs typeface="Karla"/>
                  <a:sym typeface="Karla"/>
                </a:rPr>
                <a:t>To collect and preprocess the data</a:t>
              </a:r>
              <a:endParaRPr sz="1200" dirty="0">
                <a:solidFill>
                  <a:schemeClr val="lt1"/>
                </a:solidFill>
                <a:latin typeface="Karla"/>
                <a:ea typeface="Karla"/>
                <a:cs typeface="Karla"/>
                <a:sym typeface="Karla"/>
              </a:endParaRPr>
            </a:p>
          </p:txBody>
        </p:sp>
      </p:grpSp>
      <p:sp>
        <p:nvSpPr>
          <p:cNvPr id="912" name="Google Shape;912;p45"/>
          <p:cNvSpPr/>
          <p:nvPr/>
        </p:nvSpPr>
        <p:spPr>
          <a:xfrm>
            <a:off x="799525" y="1944975"/>
            <a:ext cx="909900" cy="1971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accent1"/>
                </a:solidFill>
                <a:latin typeface="Audiowide"/>
                <a:ea typeface="Audiowide"/>
                <a:cs typeface="Audiowide"/>
                <a:sym typeface="Audiowide"/>
              </a:rPr>
              <a:t>TASK 1</a:t>
            </a:r>
            <a:endParaRPr sz="1200" b="1">
              <a:solidFill>
                <a:schemeClr val="accent1"/>
              </a:solidFill>
              <a:latin typeface="Audiowide"/>
              <a:ea typeface="Audiowide"/>
              <a:cs typeface="Audiowide"/>
              <a:sym typeface="Audiowide"/>
            </a:endParaRPr>
          </a:p>
        </p:txBody>
      </p:sp>
      <p:grpSp>
        <p:nvGrpSpPr>
          <p:cNvPr id="913" name="Google Shape;913;p45"/>
          <p:cNvGrpSpPr/>
          <p:nvPr/>
        </p:nvGrpSpPr>
        <p:grpSpPr>
          <a:xfrm>
            <a:off x="3369606" y="2323813"/>
            <a:ext cx="3481826" cy="215802"/>
            <a:chOff x="952500" y="1389967"/>
            <a:chExt cx="2962500" cy="236703"/>
          </a:xfrm>
        </p:grpSpPr>
        <p:sp>
          <p:nvSpPr>
            <p:cNvPr id="914" name="Google Shape;914;p45"/>
            <p:cNvSpPr/>
            <p:nvPr/>
          </p:nvSpPr>
          <p:spPr>
            <a:xfrm>
              <a:off x="952500" y="1389970"/>
              <a:ext cx="2962500" cy="2367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lt1"/>
                </a:solidFill>
                <a:latin typeface="Karla"/>
                <a:ea typeface="Karla"/>
                <a:cs typeface="Karla"/>
                <a:sym typeface="Karla"/>
              </a:endParaRPr>
            </a:p>
          </p:txBody>
        </p:sp>
        <p:sp>
          <p:nvSpPr>
            <p:cNvPr id="915" name="Google Shape;915;p45"/>
            <p:cNvSpPr/>
            <p:nvPr/>
          </p:nvSpPr>
          <p:spPr>
            <a:xfrm>
              <a:off x="1708110" y="1389967"/>
              <a:ext cx="2206800" cy="2367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sz="1200" dirty="0">
                  <a:solidFill>
                    <a:schemeClr val="lt1"/>
                  </a:solidFill>
                  <a:latin typeface="Karla"/>
                  <a:ea typeface="Karla"/>
                  <a:cs typeface="Karla"/>
                  <a:sym typeface="Karla"/>
                </a:rPr>
                <a:t>W</a:t>
              </a:r>
              <a:r>
                <a:rPr lang="en" sz="1200" dirty="0">
                  <a:solidFill>
                    <a:schemeClr val="lt1"/>
                  </a:solidFill>
                  <a:latin typeface="Karla"/>
                  <a:ea typeface="Karla"/>
                  <a:cs typeface="Karla"/>
                  <a:sym typeface="Karla"/>
                </a:rPr>
                <a:t>ork on various NLP models</a:t>
              </a:r>
              <a:endParaRPr sz="1200" dirty="0">
                <a:solidFill>
                  <a:schemeClr val="lt1"/>
                </a:solidFill>
                <a:latin typeface="Karla"/>
                <a:ea typeface="Karla"/>
                <a:cs typeface="Karla"/>
                <a:sym typeface="Karla"/>
              </a:endParaRPr>
            </a:p>
          </p:txBody>
        </p:sp>
      </p:grpSp>
      <p:sp>
        <p:nvSpPr>
          <p:cNvPr id="916" name="Google Shape;916;p45"/>
          <p:cNvSpPr/>
          <p:nvPr/>
        </p:nvSpPr>
        <p:spPr>
          <a:xfrm>
            <a:off x="3369050" y="2323888"/>
            <a:ext cx="909900" cy="2157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accent1"/>
                </a:solidFill>
                <a:latin typeface="Audiowide"/>
                <a:ea typeface="Audiowide"/>
                <a:cs typeface="Audiowide"/>
                <a:sym typeface="Audiowide"/>
              </a:rPr>
              <a:t>TASK 2</a:t>
            </a:r>
            <a:endParaRPr sz="1200" b="1">
              <a:solidFill>
                <a:schemeClr val="accent1"/>
              </a:solidFill>
              <a:latin typeface="Audiowide"/>
              <a:ea typeface="Audiowide"/>
              <a:cs typeface="Audiowide"/>
              <a:sym typeface="Audiowide"/>
            </a:endParaRPr>
          </a:p>
        </p:txBody>
      </p:sp>
      <p:sp>
        <p:nvSpPr>
          <p:cNvPr id="917" name="Google Shape;917;p45"/>
          <p:cNvSpPr/>
          <p:nvPr/>
        </p:nvSpPr>
        <p:spPr>
          <a:xfrm>
            <a:off x="5698325" y="2719700"/>
            <a:ext cx="2646000" cy="2004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lt1"/>
              </a:solidFill>
              <a:latin typeface="Karla"/>
              <a:ea typeface="Karla"/>
              <a:cs typeface="Karla"/>
              <a:sym typeface="Karla"/>
            </a:endParaRPr>
          </a:p>
        </p:txBody>
      </p:sp>
      <p:sp>
        <p:nvSpPr>
          <p:cNvPr id="918" name="Google Shape;918;p45"/>
          <p:cNvSpPr/>
          <p:nvPr/>
        </p:nvSpPr>
        <p:spPr>
          <a:xfrm>
            <a:off x="6622250" y="2719700"/>
            <a:ext cx="1733700" cy="2004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1"/>
                </a:solidFill>
                <a:latin typeface="Karla"/>
                <a:ea typeface="Karla"/>
                <a:cs typeface="Karla"/>
                <a:sym typeface="Karla"/>
              </a:rPr>
              <a:t>Deployment</a:t>
            </a:r>
            <a:endParaRPr sz="1200" dirty="0">
              <a:solidFill>
                <a:schemeClr val="lt1"/>
              </a:solidFill>
              <a:latin typeface="Karla"/>
              <a:ea typeface="Karla"/>
              <a:cs typeface="Karla"/>
              <a:sym typeface="Karla"/>
            </a:endParaRPr>
          </a:p>
        </p:txBody>
      </p:sp>
      <p:sp>
        <p:nvSpPr>
          <p:cNvPr id="919" name="Google Shape;919;p45"/>
          <p:cNvSpPr/>
          <p:nvPr/>
        </p:nvSpPr>
        <p:spPr>
          <a:xfrm>
            <a:off x="5712350" y="2719700"/>
            <a:ext cx="909900" cy="1971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accent1"/>
                </a:solidFill>
                <a:latin typeface="Audiowide"/>
                <a:ea typeface="Audiowide"/>
                <a:cs typeface="Audiowide"/>
                <a:sym typeface="Audiowide"/>
              </a:rPr>
              <a:t>TASK 3</a:t>
            </a:r>
            <a:endParaRPr sz="1200" b="1" dirty="0">
              <a:solidFill>
                <a:schemeClr val="accent1"/>
              </a:solidFill>
              <a:latin typeface="Audiowide"/>
              <a:ea typeface="Audiowide"/>
              <a:cs typeface="Audiowide"/>
              <a:sym typeface="Audiowide"/>
            </a:endParaRPr>
          </a:p>
        </p:txBody>
      </p:sp>
      <p:grpSp>
        <p:nvGrpSpPr>
          <p:cNvPr id="920" name="Google Shape;920;p45"/>
          <p:cNvGrpSpPr/>
          <p:nvPr/>
        </p:nvGrpSpPr>
        <p:grpSpPr>
          <a:xfrm rot="10800000">
            <a:off x="159357" y="3842671"/>
            <a:ext cx="288601" cy="1096693"/>
            <a:chOff x="1006700" y="2603975"/>
            <a:chExt cx="55450" cy="210700"/>
          </a:xfrm>
        </p:grpSpPr>
        <p:sp>
          <p:nvSpPr>
            <p:cNvPr id="921" name="Google Shape;921;p4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 name="Google Shape;927;p45"/>
          <p:cNvGrpSpPr/>
          <p:nvPr/>
        </p:nvGrpSpPr>
        <p:grpSpPr>
          <a:xfrm>
            <a:off x="8194369" y="209586"/>
            <a:ext cx="767910" cy="714388"/>
            <a:chOff x="827350" y="3629733"/>
            <a:chExt cx="1431600" cy="1332067"/>
          </a:xfrm>
        </p:grpSpPr>
        <p:sp>
          <p:nvSpPr>
            <p:cNvPr id="928" name="Google Shape;928;p4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45"/>
          <p:cNvGrpSpPr/>
          <p:nvPr/>
        </p:nvGrpSpPr>
        <p:grpSpPr>
          <a:xfrm>
            <a:off x="8579627" y="1005469"/>
            <a:ext cx="437354" cy="406680"/>
            <a:chOff x="827350" y="3629733"/>
            <a:chExt cx="1431600" cy="1332067"/>
          </a:xfrm>
        </p:grpSpPr>
        <p:sp>
          <p:nvSpPr>
            <p:cNvPr id="932" name="Google Shape;932;p4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sp>
        <p:nvSpPr>
          <p:cNvPr id="5" name="TextBox 4">
            <a:extLst>
              <a:ext uri="{FF2B5EF4-FFF2-40B4-BE49-F238E27FC236}">
                <a16:creationId xmlns:a16="http://schemas.microsoft.com/office/drawing/2014/main" id="{2802C784-6AD6-E2E7-F31C-2EE2DA4FD98D}"/>
              </a:ext>
            </a:extLst>
          </p:cNvPr>
          <p:cNvSpPr txBox="1"/>
          <p:nvPr/>
        </p:nvSpPr>
        <p:spPr>
          <a:xfrm>
            <a:off x="0" y="850910"/>
            <a:ext cx="4572000" cy="523220"/>
          </a:xfrm>
          <a:prstGeom prst="rect">
            <a:avLst/>
          </a:prstGeom>
          <a:noFill/>
        </p:spPr>
        <p:txBody>
          <a:bodyPr wrap="square">
            <a:spAutoFit/>
          </a:bodyPr>
          <a:lstStyle/>
          <a:p>
            <a:pPr algn="ctr"/>
            <a:r>
              <a:rPr lang="en-IN" sz="2800" dirty="0">
                <a:solidFill>
                  <a:schemeClr val="bg1"/>
                </a:solidFill>
              </a:rPr>
              <a:t>Web Scrape</a:t>
            </a:r>
          </a:p>
        </p:txBody>
      </p:sp>
      <p:pic>
        <p:nvPicPr>
          <p:cNvPr id="6" name="Picture 5">
            <a:extLst>
              <a:ext uri="{FF2B5EF4-FFF2-40B4-BE49-F238E27FC236}">
                <a16:creationId xmlns:a16="http://schemas.microsoft.com/office/drawing/2014/main" id="{60E1226F-1321-3A49-646D-E2446FD630C0}"/>
              </a:ext>
            </a:extLst>
          </p:cNvPr>
          <p:cNvPicPr>
            <a:picLocks noChangeAspect="1"/>
          </p:cNvPicPr>
          <p:nvPr/>
        </p:nvPicPr>
        <p:blipFill rotWithShape="1">
          <a:blip r:embed="rId3"/>
          <a:srcRect l="15593" t="18859" r="3373" b="10627"/>
          <a:stretch/>
        </p:blipFill>
        <p:spPr>
          <a:xfrm>
            <a:off x="1097280" y="1894425"/>
            <a:ext cx="2651760" cy="578550"/>
          </a:xfrm>
          <a:prstGeom prst="rect">
            <a:avLst/>
          </a:prstGeom>
        </p:spPr>
      </p:pic>
      <p:pic>
        <p:nvPicPr>
          <p:cNvPr id="7" name="Picture 6">
            <a:extLst>
              <a:ext uri="{FF2B5EF4-FFF2-40B4-BE49-F238E27FC236}">
                <a16:creationId xmlns:a16="http://schemas.microsoft.com/office/drawing/2014/main" id="{640DA5C8-C211-BECA-07CD-791A31A12222}"/>
              </a:ext>
            </a:extLst>
          </p:cNvPr>
          <p:cNvPicPr>
            <a:picLocks noChangeAspect="1"/>
          </p:cNvPicPr>
          <p:nvPr/>
        </p:nvPicPr>
        <p:blipFill rotWithShape="1">
          <a:blip r:embed="rId4"/>
          <a:srcRect l="9672" t="13363" r="13104"/>
          <a:stretch/>
        </p:blipFill>
        <p:spPr>
          <a:xfrm>
            <a:off x="695293" y="2612270"/>
            <a:ext cx="3650226" cy="523221"/>
          </a:xfrm>
          <a:prstGeom prst="rect">
            <a:avLst/>
          </a:prstGeom>
        </p:spPr>
      </p:pic>
      <p:sp>
        <p:nvSpPr>
          <p:cNvPr id="9" name="TextBox 8">
            <a:extLst>
              <a:ext uri="{FF2B5EF4-FFF2-40B4-BE49-F238E27FC236}">
                <a16:creationId xmlns:a16="http://schemas.microsoft.com/office/drawing/2014/main" id="{27EE2940-38A1-B3E2-86EA-500947535AFA}"/>
              </a:ext>
            </a:extLst>
          </p:cNvPr>
          <p:cNvSpPr txBox="1"/>
          <p:nvPr/>
        </p:nvSpPr>
        <p:spPr>
          <a:xfrm>
            <a:off x="4236720" y="881687"/>
            <a:ext cx="4572000" cy="523220"/>
          </a:xfrm>
          <a:prstGeom prst="rect">
            <a:avLst/>
          </a:prstGeom>
          <a:noFill/>
        </p:spPr>
        <p:txBody>
          <a:bodyPr wrap="square">
            <a:spAutoFit/>
          </a:bodyPr>
          <a:lstStyle/>
          <a:p>
            <a:pPr algn="ctr"/>
            <a:r>
              <a:rPr lang="en-IN" sz="2800" dirty="0">
                <a:solidFill>
                  <a:schemeClr val="bg1"/>
                </a:solidFill>
              </a:rPr>
              <a:t>Duplicates</a:t>
            </a:r>
          </a:p>
        </p:txBody>
      </p:sp>
      <p:pic>
        <p:nvPicPr>
          <p:cNvPr id="10" name="Picture 9">
            <a:extLst>
              <a:ext uri="{FF2B5EF4-FFF2-40B4-BE49-F238E27FC236}">
                <a16:creationId xmlns:a16="http://schemas.microsoft.com/office/drawing/2014/main" id="{54ADD83D-70CD-537E-46E0-B960087B2D75}"/>
              </a:ext>
            </a:extLst>
          </p:cNvPr>
          <p:cNvPicPr>
            <a:picLocks noChangeAspect="1"/>
          </p:cNvPicPr>
          <p:nvPr/>
        </p:nvPicPr>
        <p:blipFill>
          <a:blip r:embed="rId5"/>
          <a:stretch>
            <a:fillRect/>
          </a:stretch>
        </p:blipFill>
        <p:spPr>
          <a:xfrm>
            <a:off x="4798483" y="1539484"/>
            <a:ext cx="3696121" cy="2668791"/>
          </a:xfrm>
          <a:prstGeom prst="rect">
            <a:avLst/>
          </a:prstGeom>
        </p:spPr>
      </p:pic>
      <p:sp>
        <p:nvSpPr>
          <p:cNvPr id="11" name="TextBox 10">
            <a:extLst>
              <a:ext uri="{FF2B5EF4-FFF2-40B4-BE49-F238E27FC236}">
                <a16:creationId xmlns:a16="http://schemas.microsoft.com/office/drawing/2014/main" id="{8E41BFC0-8CC7-2328-5CA3-968E601E271F}"/>
              </a:ext>
            </a:extLst>
          </p:cNvPr>
          <p:cNvSpPr txBox="1"/>
          <p:nvPr/>
        </p:nvSpPr>
        <p:spPr>
          <a:xfrm>
            <a:off x="3238500" y="243840"/>
            <a:ext cx="2644140" cy="461665"/>
          </a:xfrm>
          <a:prstGeom prst="rect">
            <a:avLst/>
          </a:prstGeom>
          <a:noFill/>
        </p:spPr>
        <p:txBody>
          <a:bodyPr wrap="square" rtlCol="0">
            <a:spAutoFit/>
          </a:bodyPr>
          <a:lstStyle/>
          <a:p>
            <a:pPr algn="ctr"/>
            <a:r>
              <a:rPr lang="en-IN" sz="2400" u="sng" dirty="0">
                <a:solidFill>
                  <a:schemeClr val="accent6"/>
                </a:solidFill>
              </a:rPr>
              <a:t>SOURCE CODE</a:t>
            </a:r>
          </a:p>
        </p:txBody>
      </p:sp>
    </p:spTree>
    <p:extLst>
      <p:ext uri="{BB962C8B-B14F-4D97-AF65-F5344CB8AC3E}">
        <p14:creationId xmlns:p14="http://schemas.microsoft.com/office/powerpoint/2010/main" val="1970260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pic>
        <p:nvPicPr>
          <p:cNvPr id="2" name="Picture 1">
            <a:extLst>
              <a:ext uri="{FF2B5EF4-FFF2-40B4-BE49-F238E27FC236}">
                <a16:creationId xmlns:a16="http://schemas.microsoft.com/office/drawing/2014/main" id="{696D07F3-98A9-8396-F322-75AA43338D78}"/>
              </a:ext>
            </a:extLst>
          </p:cNvPr>
          <p:cNvPicPr>
            <a:picLocks noChangeAspect="1"/>
          </p:cNvPicPr>
          <p:nvPr/>
        </p:nvPicPr>
        <p:blipFill rotWithShape="1">
          <a:blip r:embed="rId3"/>
          <a:srcRect t="19425"/>
          <a:stretch/>
        </p:blipFill>
        <p:spPr>
          <a:xfrm>
            <a:off x="1831604" y="1681728"/>
            <a:ext cx="5566519" cy="803341"/>
          </a:xfrm>
          <a:prstGeom prst="rect">
            <a:avLst/>
          </a:prstGeom>
        </p:spPr>
      </p:pic>
      <p:sp>
        <p:nvSpPr>
          <p:cNvPr id="5" name="TextBox 4">
            <a:extLst>
              <a:ext uri="{FF2B5EF4-FFF2-40B4-BE49-F238E27FC236}">
                <a16:creationId xmlns:a16="http://schemas.microsoft.com/office/drawing/2014/main" id="{0A7FF5EE-0068-DF14-D370-8F76AD9FE7FD}"/>
              </a:ext>
            </a:extLst>
          </p:cNvPr>
          <p:cNvSpPr txBox="1"/>
          <p:nvPr/>
        </p:nvSpPr>
        <p:spPr>
          <a:xfrm>
            <a:off x="2286000" y="863382"/>
            <a:ext cx="4572000" cy="523220"/>
          </a:xfrm>
          <a:prstGeom prst="rect">
            <a:avLst/>
          </a:prstGeom>
          <a:noFill/>
        </p:spPr>
        <p:txBody>
          <a:bodyPr wrap="square">
            <a:spAutoFit/>
          </a:bodyPr>
          <a:lstStyle/>
          <a:p>
            <a:pPr algn="ctr"/>
            <a:r>
              <a:rPr lang="en-IN" sz="2800" dirty="0">
                <a:solidFill>
                  <a:schemeClr val="accent6"/>
                </a:solidFill>
              </a:rPr>
              <a:t>Data Labelling</a:t>
            </a:r>
          </a:p>
        </p:txBody>
      </p:sp>
      <p:pic>
        <p:nvPicPr>
          <p:cNvPr id="6" name="Picture 5">
            <a:extLst>
              <a:ext uri="{FF2B5EF4-FFF2-40B4-BE49-F238E27FC236}">
                <a16:creationId xmlns:a16="http://schemas.microsoft.com/office/drawing/2014/main" id="{434DB702-0FC7-9EE0-FA09-927EF712E7FB}"/>
              </a:ext>
            </a:extLst>
          </p:cNvPr>
          <p:cNvPicPr>
            <a:picLocks noChangeAspect="1"/>
          </p:cNvPicPr>
          <p:nvPr/>
        </p:nvPicPr>
        <p:blipFill rotWithShape="1">
          <a:blip r:embed="rId4"/>
          <a:srcRect t="8030"/>
          <a:stretch/>
        </p:blipFill>
        <p:spPr>
          <a:xfrm>
            <a:off x="1104900" y="2839065"/>
            <a:ext cx="7208519" cy="1191915"/>
          </a:xfrm>
          <a:prstGeom prst="rect">
            <a:avLst/>
          </a:prstGeom>
        </p:spPr>
      </p:pic>
    </p:spTree>
    <p:extLst>
      <p:ext uri="{BB962C8B-B14F-4D97-AF65-F5344CB8AC3E}">
        <p14:creationId xmlns:p14="http://schemas.microsoft.com/office/powerpoint/2010/main" val="1228200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pic>
        <p:nvPicPr>
          <p:cNvPr id="4" name="Picture 3">
            <a:extLst>
              <a:ext uri="{FF2B5EF4-FFF2-40B4-BE49-F238E27FC236}">
                <a16:creationId xmlns:a16="http://schemas.microsoft.com/office/drawing/2014/main" id="{3926542A-7E08-2EAD-2955-B7E34D1D7FCB}"/>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978062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sp>
        <p:nvSpPr>
          <p:cNvPr id="5" name="TextBox 4">
            <a:extLst>
              <a:ext uri="{FF2B5EF4-FFF2-40B4-BE49-F238E27FC236}">
                <a16:creationId xmlns:a16="http://schemas.microsoft.com/office/drawing/2014/main" id="{0A7FF5EE-0068-DF14-D370-8F76AD9FE7FD}"/>
              </a:ext>
            </a:extLst>
          </p:cNvPr>
          <p:cNvSpPr txBox="1"/>
          <p:nvPr/>
        </p:nvSpPr>
        <p:spPr>
          <a:xfrm>
            <a:off x="2286000" y="863382"/>
            <a:ext cx="4572000" cy="584775"/>
          </a:xfrm>
          <a:prstGeom prst="rect">
            <a:avLst/>
          </a:prstGeom>
          <a:noFill/>
        </p:spPr>
        <p:txBody>
          <a:bodyPr wrap="square">
            <a:spAutoFit/>
          </a:bodyPr>
          <a:lstStyle/>
          <a:p>
            <a:pPr algn="ctr"/>
            <a:r>
              <a:rPr lang="en-IN" sz="3200" dirty="0">
                <a:solidFill>
                  <a:schemeClr val="bg1"/>
                </a:solidFill>
              </a:rPr>
              <a:t>Visualization</a:t>
            </a:r>
          </a:p>
        </p:txBody>
      </p:sp>
      <p:pic>
        <p:nvPicPr>
          <p:cNvPr id="4" name="Picture 3">
            <a:extLst>
              <a:ext uri="{FF2B5EF4-FFF2-40B4-BE49-F238E27FC236}">
                <a16:creationId xmlns:a16="http://schemas.microsoft.com/office/drawing/2014/main" id="{C156602C-BFA5-145E-C836-5B3C854F493A}"/>
              </a:ext>
            </a:extLst>
          </p:cNvPr>
          <p:cNvPicPr>
            <a:picLocks noChangeAspect="1"/>
          </p:cNvPicPr>
          <p:nvPr/>
        </p:nvPicPr>
        <p:blipFill>
          <a:blip r:embed="rId3"/>
          <a:stretch>
            <a:fillRect/>
          </a:stretch>
        </p:blipFill>
        <p:spPr>
          <a:xfrm>
            <a:off x="2629752" y="1448157"/>
            <a:ext cx="3884496" cy="3359737"/>
          </a:xfrm>
          <a:prstGeom prst="rect">
            <a:avLst/>
          </a:prstGeom>
        </p:spPr>
      </p:pic>
    </p:spTree>
    <p:extLst>
      <p:ext uri="{BB962C8B-B14F-4D97-AF65-F5344CB8AC3E}">
        <p14:creationId xmlns:p14="http://schemas.microsoft.com/office/powerpoint/2010/main" val="3957250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pic>
        <p:nvPicPr>
          <p:cNvPr id="4" name="Picture 3">
            <a:extLst>
              <a:ext uri="{FF2B5EF4-FFF2-40B4-BE49-F238E27FC236}">
                <a16:creationId xmlns:a16="http://schemas.microsoft.com/office/drawing/2014/main" id="{81FF1A21-04CC-BE1F-EAD8-99B92FE90183}"/>
              </a:ext>
            </a:extLst>
          </p:cNvPr>
          <p:cNvPicPr>
            <a:picLocks noChangeAspect="1"/>
          </p:cNvPicPr>
          <p:nvPr/>
        </p:nvPicPr>
        <p:blipFill>
          <a:blip r:embed="rId3"/>
          <a:stretch>
            <a:fillRect/>
          </a:stretch>
        </p:blipFill>
        <p:spPr>
          <a:xfrm>
            <a:off x="106680" y="90150"/>
            <a:ext cx="8930640" cy="939839"/>
          </a:xfrm>
          <a:prstGeom prst="rect">
            <a:avLst/>
          </a:prstGeom>
        </p:spPr>
      </p:pic>
      <p:pic>
        <p:nvPicPr>
          <p:cNvPr id="9" name="Picture 8">
            <a:extLst>
              <a:ext uri="{FF2B5EF4-FFF2-40B4-BE49-F238E27FC236}">
                <a16:creationId xmlns:a16="http://schemas.microsoft.com/office/drawing/2014/main" id="{1642472C-524C-C4F3-0265-027CCDB3A4F8}"/>
              </a:ext>
            </a:extLst>
          </p:cNvPr>
          <p:cNvPicPr>
            <a:picLocks noChangeAspect="1"/>
          </p:cNvPicPr>
          <p:nvPr/>
        </p:nvPicPr>
        <p:blipFill>
          <a:blip r:embed="rId4"/>
          <a:stretch>
            <a:fillRect/>
          </a:stretch>
        </p:blipFill>
        <p:spPr>
          <a:xfrm>
            <a:off x="0" y="1190009"/>
            <a:ext cx="9144000" cy="3953491"/>
          </a:xfrm>
          <a:prstGeom prst="rect">
            <a:avLst/>
          </a:prstGeom>
        </p:spPr>
      </p:pic>
    </p:spTree>
    <p:extLst>
      <p:ext uri="{BB962C8B-B14F-4D97-AF65-F5344CB8AC3E}">
        <p14:creationId xmlns:p14="http://schemas.microsoft.com/office/powerpoint/2010/main" val="390761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Shape 1514"/>
        <p:cNvGrpSpPr/>
        <p:nvPr/>
      </p:nvGrpSpPr>
      <p:grpSpPr>
        <a:xfrm>
          <a:off x="0" y="0"/>
          <a:ext cx="0" cy="0"/>
          <a:chOff x="0" y="0"/>
          <a:chExt cx="0" cy="0"/>
        </a:xfrm>
      </p:grpSpPr>
      <p:pic>
        <p:nvPicPr>
          <p:cNvPr id="3" name="Picture 2">
            <a:extLst>
              <a:ext uri="{FF2B5EF4-FFF2-40B4-BE49-F238E27FC236}">
                <a16:creationId xmlns:a16="http://schemas.microsoft.com/office/drawing/2014/main" id="{83E9E3D2-1F91-4237-C2D7-E9DC6703480E}"/>
              </a:ext>
            </a:extLst>
          </p:cNvPr>
          <p:cNvPicPr>
            <a:picLocks noChangeAspect="1"/>
          </p:cNvPicPr>
          <p:nvPr/>
        </p:nvPicPr>
        <p:blipFill>
          <a:blip r:embed="rId3"/>
          <a:stretch>
            <a:fillRect/>
          </a:stretch>
        </p:blipFill>
        <p:spPr>
          <a:xfrm>
            <a:off x="209549" y="1196340"/>
            <a:ext cx="8724901" cy="3957082"/>
          </a:xfrm>
          <a:prstGeom prst="rect">
            <a:avLst/>
          </a:prstGeom>
          <a:blipFill>
            <a:blip r:embed="rId4"/>
            <a:stretch>
              <a:fillRect/>
            </a:stretch>
          </a:blipFill>
        </p:spPr>
      </p:pic>
      <p:pic>
        <p:nvPicPr>
          <p:cNvPr id="7" name="Picture 6">
            <a:extLst>
              <a:ext uri="{FF2B5EF4-FFF2-40B4-BE49-F238E27FC236}">
                <a16:creationId xmlns:a16="http://schemas.microsoft.com/office/drawing/2014/main" id="{C18E320F-6D5B-ED51-C411-E681BB0F8661}"/>
              </a:ext>
            </a:extLst>
          </p:cNvPr>
          <p:cNvPicPr>
            <a:picLocks noChangeAspect="1"/>
          </p:cNvPicPr>
          <p:nvPr/>
        </p:nvPicPr>
        <p:blipFill rotWithShape="1">
          <a:blip r:embed="rId5"/>
          <a:srcRect t="6063" r="2292"/>
          <a:stretch/>
        </p:blipFill>
        <p:spPr>
          <a:xfrm>
            <a:off x="266700" y="111998"/>
            <a:ext cx="8442960" cy="887885"/>
          </a:xfrm>
          <a:prstGeom prst="rect">
            <a:avLst/>
          </a:prstGeom>
        </p:spPr>
      </p:pic>
    </p:spTree>
    <p:extLst>
      <p:ext uri="{BB962C8B-B14F-4D97-AF65-F5344CB8AC3E}">
        <p14:creationId xmlns:p14="http://schemas.microsoft.com/office/powerpoint/2010/main" val="1096901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grpSp>
        <p:nvGrpSpPr>
          <p:cNvPr id="1372" name="Google Shape;1372;p56"/>
          <p:cNvGrpSpPr/>
          <p:nvPr/>
        </p:nvGrpSpPr>
        <p:grpSpPr>
          <a:xfrm>
            <a:off x="897022" y="1327203"/>
            <a:ext cx="7639809" cy="3200625"/>
            <a:chOff x="4187225" y="869775"/>
            <a:chExt cx="4219500" cy="3200625"/>
          </a:xfrm>
          <a:solidFill>
            <a:srgbClr val="3B3B3B"/>
          </a:solidFill>
        </p:grpSpPr>
        <p:sp>
          <p:nvSpPr>
            <p:cNvPr id="1373" name="Google Shape;1373;p56"/>
            <p:cNvSpPr/>
            <p:nvPr/>
          </p:nvSpPr>
          <p:spPr>
            <a:xfrm>
              <a:off x="5662275" y="3677475"/>
              <a:ext cx="1269409" cy="392925"/>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191325" y="869775"/>
              <a:ext cx="4211400" cy="2807700"/>
            </a:xfrm>
            <a:prstGeom prst="snip2DiagRect">
              <a:avLst>
                <a:gd name="adj1" fmla="val 0"/>
                <a:gd name="adj2" fmla="val 9219"/>
              </a:avLst>
            </a:pr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5" name="Google Shape;1375;p56"/>
            <p:cNvCxnSpPr/>
            <p:nvPr/>
          </p:nvCxnSpPr>
          <p:spPr>
            <a:xfrm>
              <a:off x="4187225" y="3305175"/>
              <a:ext cx="4219500" cy="0"/>
            </a:xfrm>
            <a:prstGeom prst="straightConnector1">
              <a:avLst/>
            </a:prstGeom>
            <a:grpFill/>
            <a:ln w="25400" cap="flat" cmpd="sng">
              <a:solidFill>
                <a:schemeClr val="lt1"/>
              </a:solidFill>
              <a:prstDash val="solid"/>
              <a:round/>
              <a:headEnd type="none" w="med" len="med"/>
              <a:tailEnd type="none" w="med" len="med"/>
            </a:ln>
          </p:spPr>
        </p:cxnSp>
      </p:grpSp>
      <p:grpSp>
        <p:nvGrpSpPr>
          <p:cNvPr id="1379" name="Google Shape;1379;p56"/>
          <p:cNvGrpSpPr/>
          <p:nvPr/>
        </p:nvGrpSpPr>
        <p:grpSpPr>
          <a:xfrm>
            <a:off x="254607" y="3602221"/>
            <a:ext cx="288601" cy="1096693"/>
            <a:chOff x="1006700" y="2603975"/>
            <a:chExt cx="55450" cy="210700"/>
          </a:xfrm>
        </p:grpSpPr>
        <p:sp>
          <p:nvSpPr>
            <p:cNvPr id="1380" name="Google Shape;1380;p5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6"/>
          <p:cNvGrpSpPr/>
          <p:nvPr/>
        </p:nvGrpSpPr>
        <p:grpSpPr>
          <a:xfrm>
            <a:off x="7398123" y="731246"/>
            <a:ext cx="760896" cy="707727"/>
            <a:chOff x="827350" y="3629733"/>
            <a:chExt cx="1431600" cy="1332067"/>
          </a:xfrm>
        </p:grpSpPr>
        <p:sp>
          <p:nvSpPr>
            <p:cNvPr id="1387" name="Google Shape;1387;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56"/>
          <p:cNvGrpSpPr/>
          <p:nvPr/>
        </p:nvGrpSpPr>
        <p:grpSpPr>
          <a:xfrm>
            <a:off x="8227454" y="1001747"/>
            <a:ext cx="527545" cy="490734"/>
            <a:chOff x="827350" y="3629733"/>
            <a:chExt cx="1431600" cy="1332067"/>
          </a:xfrm>
        </p:grpSpPr>
        <p:sp>
          <p:nvSpPr>
            <p:cNvPr id="1391" name="Google Shape;1391;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436215" y="1700030"/>
            <a:ext cx="412158" cy="383369"/>
            <a:chOff x="827350" y="3629733"/>
            <a:chExt cx="1431600" cy="1332067"/>
          </a:xfrm>
        </p:grpSpPr>
        <p:sp>
          <p:nvSpPr>
            <p:cNvPr id="1395" name="Google Shape;1395;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 name="Picture 8">
            <a:extLst>
              <a:ext uri="{FF2B5EF4-FFF2-40B4-BE49-F238E27FC236}">
                <a16:creationId xmlns:a16="http://schemas.microsoft.com/office/drawing/2014/main" id="{E578D0A9-A992-371F-2061-3AD9CA0FB8F7}"/>
              </a:ext>
            </a:extLst>
          </p:cNvPr>
          <p:cNvPicPr>
            <a:picLocks noChangeAspect="1"/>
          </p:cNvPicPr>
          <p:nvPr/>
        </p:nvPicPr>
        <p:blipFill>
          <a:blip r:embed="rId3"/>
          <a:stretch>
            <a:fillRect/>
          </a:stretch>
        </p:blipFill>
        <p:spPr>
          <a:xfrm>
            <a:off x="1246292" y="1519617"/>
            <a:ext cx="7155560" cy="2133509"/>
          </a:xfrm>
          <a:prstGeom prst="rect">
            <a:avLst/>
          </a:prstGeom>
        </p:spPr>
      </p:pic>
      <p:sp>
        <p:nvSpPr>
          <p:cNvPr id="10" name="TextBox 9">
            <a:extLst>
              <a:ext uri="{FF2B5EF4-FFF2-40B4-BE49-F238E27FC236}">
                <a16:creationId xmlns:a16="http://schemas.microsoft.com/office/drawing/2014/main" id="{347843C0-D0FA-0D67-7BBF-C1D59CD86E5D}"/>
              </a:ext>
            </a:extLst>
          </p:cNvPr>
          <p:cNvSpPr txBox="1"/>
          <p:nvPr/>
        </p:nvSpPr>
        <p:spPr>
          <a:xfrm>
            <a:off x="2481196" y="561890"/>
            <a:ext cx="4041058" cy="523220"/>
          </a:xfrm>
          <a:prstGeom prst="rect">
            <a:avLst/>
          </a:prstGeom>
          <a:noFill/>
        </p:spPr>
        <p:txBody>
          <a:bodyPr wrap="square" rtlCol="0">
            <a:spAutoFit/>
          </a:bodyPr>
          <a:lstStyle/>
          <a:p>
            <a:pPr algn="ctr"/>
            <a:r>
              <a:rPr lang="en-IN" sz="2800" dirty="0" err="1">
                <a:solidFill>
                  <a:schemeClr val="accent6">
                    <a:lumMod val="95000"/>
                  </a:schemeClr>
                </a:solidFill>
              </a:rPr>
              <a:t>BiLSTM</a:t>
            </a:r>
            <a:endParaRPr lang="en-IN" sz="2800" dirty="0">
              <a:solidFill>
                <a:schemeClr val="accent6">
                  <a:lumMod val="95000"/>
                </a:schemeClr>
              </a:solidFill>
            </a:endParaRPr>
          </a:p>
        </p:txBody>
      </p:sp>
      <p:pic>
        <p:nvPicPr>
          <p:cNvPr id="12" name="Google Shape;942;p46">
            <a:extLst>
              <a:ext uri="{FF2B5EF4-FFF2-40B4-BE49-F238E27FC236}">
                <a16:creationId xmlns:a16="http://schemas.microsoft.com/office/drawing/2014/main" id="{2817A082-5A3A-2070-024D-C62797AC02C5}"/>
              </a:ext>
            </a:extLst>
          </p:cNvPr>
          <p:cNvPicPr preferRelativeResize="0"/>
          <p:nvPr/>
        </p:nvPicPr>
        <p:blipFill rotWithShape="1">
          <a:blip r:embed="rId4">
            <a:alphaModFix amt="75000"/>
          </a:blip>
          <a:srcRect l="19106" t="4942"/>
          <a:stretch/>
        </p:blipFill>
        <p:spPr>
          <a:xfrm rot="10800000">
            <a:off x="4708170" y="1986991"/>
            <a:ext cx="4580326" cy="3332599"/>
          </a:xfrm>
          <a:prstGeom prst="rect">
            <a:avLst/>
          </a:prstGeom>
          <a:noFill/>
          <a:ln>
            <a:noFill/>
          </a:ln>
        </p:spPr>
      </p:pic>
    </p:spTree>
    <p:extLst>
      <p:ext uri="{BB962C8B-B14F-4D97-AF65-F5344CB8AC3E}">
        <p14:creationId xmlns:p14="http://schemas.microsoft.com/office/powerpoint/2010/main" val="3223926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grpSp>
        <p:nvGrpSpPr>
          <p:cNvPr id="1372" name="Google Shape;1372;p56"/>
          <p:cNvGrpSpPr/>
          <p:nvPr/>
        </p:nvGrpSpPr>
        <p:grpSpPr>
          <a:xfrm>
            <a:off x="897022" y="1327203"/>
            <a:ext cx="7639809" cy="3200625"/>
            <a:chOff x="4187225" y="869775"/>
            <a:chExt cx="4219500" cy="3200625"/>
          </a:xfrm>
          <a:solidFill>
            <a:srgbClr val="3B3B3B"/>
          </a:solidFill>
        </p:grpSpPr>
        <p:sp>
          <p:nvSpPr>
            <p:cNvPr id="1373" name="Google Shape;1373;p56"/>
            <p:cNvSpPr/>
            <p:nvPr/>
          </p:nvSpPr>
          <p:spPr>
            <a:xfrm>
              <a:off x="5662275" y="3677475"/>
              <a:ext cx="1269409" cy="392925"/>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191325" y="869775"/>
              <a:ext cx="4211400" cy="2807700"/>
            </a:xfrm>
            <a:prstGeom prst="snip2DiagRect">
              <a:avLst>
                <a:gd name="adj1" fmla="val 0"/>
                <a:gd name="adj2" fmla="val 9219"/>
              </a:avLst>
            </a:pr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5" name="Google Shape;1375;p56"/>
            <p:cNvCxnSpPr/>
            <p:nvPr/>
          </p:nvCxnSpPr>
          <p:spPr>
            <a:xfrm>
              <a:off x="4187225" y="3305175"/>
              <a:ext cx="4219500" cy="0"/>
            </a:xfrm>
            <a:prstGeom prst="straightConnector1">
              <a:avLst/>
            </a:prstGeom>
            <a:grpFill/>
            <a:ln w="25400" cap="flat" cmpd="sng">
              <a:solidFill>
                <a:schemeClr val="lt1"/>
              </a:solidFill>
              <a:prstDash val="solid"/>
              <a:round/>
              <a:headEnd type="none" w="med" len="med"/>
              <a:tailEnd type="none" w="med" len="med"/>
            </a:ln>
          </p:spPr>
        </p:cxnSp>
      </p:grpSp>
      <p:grpSp>
        <p:nvGrpSpPr>
          <p:cNvPr id="1379" name="Google Shape;1379;p56"/>
          <p:cNvGrpSpPr/>
          <p:nvPr/>
        </p:nvGrpSpPr>
        <p:grpSpPr>
          <a:xfrm>
            <a:off x="254607" y="3602221"/>
            <a:ext cx="288601" cy="1096693"/>
            <a:chOff x="1006700" y="2603975"/>
            <a:chExt cx="55450" cy="210700"/>
          </a:xfrm>
        </p:grpSpPr>
        <p:sp>
          <p:nvSpPr>
            <p:cNvPr id="1380" name="Google Shape;1380;p5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6"/>
          <p:cNvGrpSpPr/>
          <p:nvPr/>
        </p:nvGrpSpPr>
        <p:grpSpPr>
          <a:xfrm>
            <a:off x="7398123" y="731246"/>
            <a:ext cx="760896" cy="707727"/>
            <a:chOff x="827350" y="3629733"/>
            <a:chExt cx="1431600" cy="1332067"/>
          </a:xfrm>
        </p:grpSpPr>
        <p:sp>
          <p:nvSpPr>
            <p:cNvPr id="1387" name="Google Shape;1387;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56"/>
          <p:cNvGrpSpPr/>
          <p:nvPr/>
        </p:nvGrpSpPr>
        <p:grpSpPr>
          <a:xfrm>
            <a:off x="8227454" y="1001747"/>
            <a:ext cx="527545" cy="490734"/>
            <a:chOff x="827350" y="3629733"/>
            <a:chExt cx="1431600" cy="1332067"/>
          </a:xfrm>
        </p:grpSpPr>
        <p:sp>
          <p:nvSpPr>
            <p:cNvPr id="1391" name="Google Shape;1391;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436215" y="1700030"/>
            <a:ext cx="412158" cy="383369"/>
            <a:chOff x="827350" y="3629733"/>
            <a:chExt cx="1431600" cy="1332067"/>
          </a:xfrm>
        </p:grpSpPr>
        <p:sp>
          <p:nvSpPr>
            <p:cNvPr id="1395" name="Google Shape;1395;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347843C0-D0FA-0D67-7BBF-C1D59CD86E5D}"/>
              </a:ext>
            </a:extLst>
          </p:cNvPr>
          <p:cNvSpPr txBox="1"/>
          <p:nvPr/>
        </p:nvSpPr>
        <p:spPr>
          <a:xfrm>
            <a:off x="2481196" y="561890"/>
            <a:ext cx="4041058" cy="523220"/>
          </a:xfrm>
          <a:prstGeom prst="rect">
            <a:avLst/>
          </a:prstGeom>
          <a:noFill/>
        </p:spPr>
        <p:txBody>
          <a:bodyPr wrap="square" rtlCol="0">
            <a:spAutoFit/>
          </a:bodyPr>
          <a:lstStyle/>
          <a:p>
            <a:pPr algn="ctr"/>
            <a:r>
              <a:rPr lang="en-IN" sz="2800" dirty="0">
                <a:solidFill>
                  <a:schemeClr val="accent6">
                    <a:lumMod val="95000"/>
                  </a:schemeClr>
                </a:solidFill>
              </a:rPr>
              <a:t>BERT</a:t>
            </a:r>
          </a:p>
        </p:txBody>
      </p:sp>
      <p:pic>
        <p:nvPicPr>
          <p:cNvPr id="3" name="Picture 2">
            <a:extLst>
              <a:ext uri="{FF2B5EF4-FFF2-40B4-BE49-F238E27FC236}">
                <a16:creationId xmlns:a16="http://schemas.microsoft.com/office/drawing/2014/main" id="{4FBD0686-8862-0553-BAC7-131238F9A136}"/>
              </a:ext>
            </a:extLst>
          </p:cNvPr>
          <p:cNvPicPr>
            <a:picLocks noChangeAspect="1"/>
          </p:cNvPicPr>
          <p:nvPr/>
        </p:nvPicPr>
        <p:blipFill rotWithShape="1">
          <a:blip r:embed="rId3"/>
          <a:srcRect t="1851"/>
          <a:stretch/>
        </p:blipFill>
        <p:spPr>
          <a:xfrm>
            <a:off x="1061884" y="1559031"/>
            <a:ext cx="7186205" cy="2064370"/>
          </a:xfrm>
          <a:prstGeom prst="rect">
            <a:avLst/>
          </a:prstGeom>
        </p:spPr>
      </p:pic>
      <p:pic>
        <p:nvPicPr>
          <p:cNvPr id="4" name="Google Shape;942;p46">
            <a:extLst>
              <a:ext uri="{FF2B5EF4-FFF2-40B4-BE49-F238E27FC236}">
                <a16:creationId xmlns:a16="http://schemas.microsoft.com/office/drawing/2014/main" id="{B9294D6B-9CF7-3690-5D1A-388C913CCA82}"/>
              </a:ext>
            </a:extLst>
          </p:cNvPr>
          <p:cNvPicPr preferRelativeResize="0"/>
          <p:nvPr/>
        </p:nvPicPr>
        <p:blipFill rotWithShape="1">
          <a:blip r:embed="rId4">
            <a:alphaModFix amt="75000"/>
          </a:blip>
          <a:srcRect l="19106" t="4942"/>
          <a:stretch/>
        </p:blipFill>
        <p:spPr>
          <a:xfrm rot="10800000">
            <a:off x="4713900" y="1963996"/>
            <a:ext cx="4580326" cy="3332599"/>
          </a:xfrm>
          <a:prstGeom prst="rect">
            <a:avLst/>
          </a:prstGeom>
          <a:noFill/>
          <a:ln>
            <a:noFill/>
          </a:ln>
        </p:spPr>
      </p:pic>
    </p:spTree>
    <p:extLst>
      <p:ext uri="{BB962C8B-B14F-4D97-AF65-F5344CB8AC3E}">
        <p14:creationId xmlns:p14="http://schemas.microsoft.com/office/powerpoint/2010/main" val="491197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grpSp>
        <p:nvGrpSpPr>
          <p:cNvPr id="1372" name="Google Shape;1372;p56"/>
          <p:cNvGrpSpPr/>
          <p:nvPr/>
        </p:nvGrpSpPr>
        <p:grpSpPr>
          <a:xfrm>
            <a:off x="897022" y="1327203"/>
            <a:ext cx="7639809" cy="3200625"/>
            <a:chOff x="4187225" y="869775"/>
            <a:chExt cx="4219500" cy="3200625"/>
          </a:xfrm>
          <a:solidFill>
            <a:srgbClr val="3B3B3B"/>
          </a:solidFill>
        </p:grpSpPr>
        <p:sp>
          <p:nvSpPr>
            <p:cNvPr id="1373" name="Google Shape;1373;p56"/>
            <p:cNvSpPr/>
            <p:nvPr/>
          </p:nvSpPr>
          <p:spPr>
            <a:xfrm>
              <a:off x="5662275" y="3677475"/>
              <a:ext cx="1269409" cy="392925"/>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191325" y="869775"/>
              <a:ext cx="4211400" cy="2807700"/>
            </a:xfrm>
            <a:prstGeom prst="snip2DiagRect">
              <a:avLst>
                <a:gd name="adj1" fmla="val 0"/>
                <a:gd name="adj2" fmla="val 9219"/>
              </a:avLst>
            </a:pr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5" name="Google Shape;1375;p56"/>
            <p:cNvCxnSpPr/>
            <p:nvPr/>
          </p:nvCxnSpPr>
          <p:spPr>
            <a:xfrm>
              <a:off x="4187225" y="3305175"/>
              <a:ext cx="4219500" cy="0"/>
            </a:xfrm>
            <a:prstGeom prst="straightConnector1">
              <a:avLst/>
            </a:prstGeom>
            <a:grpFill/>
            <a:ln w="25400" cap="flat" cmpd="sng">
              <a:solidFill>
                <a:schemeClr val="lt1"/>
              </a:solidFill>
              <a:prstDash val="solid"/>
              <a:round/>
              <a:headEnd type="none" w="med" len="med"/>
              <a:tailEnd type="none" w="med" len="med"/>
            </a:ln>
          </p:spPr>
        </p:cxnSp>
      </p:grpSp>
      <p:grpSp>
        <p:nvGrpSpPr>
          <p:cNvPr id="1379" name="Google Shape;1379;p56"/>
          <p:cNvGrpSpPr/>
          <p:nvPr/>
        </p:nvGrpSpPr>
        <p:grpSpPr>
          <a:xfrm>
            <a:off x="254607" y="3602221"/>
            <a:ext cx="288601" cy="1096693"/>
            <a:chOff x="1006700" y="2603975"/>
            <a:chExt cx="55450" cy="210700"/>
          </a:xfrm>
        </p:grpSpPr>
        <p:sp>
          <p:nvSpPr>
            <p:cNvPr id="1380" name="Google Shape;1380;p5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6"/>
          <p:cNvGrpSpPr/>
          <p:nvPr/>
        </p:nvGrpSpPr>
        <p:grpSpPr>
          <a:xfrm>
            <a:off x="7398123" y="731246"/>
            <a:ext cx="760896" cy="707727"/>
            <a:chOff x="827350" y="3629733"/>
            <a:chExt cx="1431600" cy="1332067"/>
          </a:xfrm>
        </p:grpSpPr>
        <p:sp>
          <p:nvSpPr>
            <p:cNvPr id="1387" name="Google Shape;1387;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56"/>
          <p:cNvGrpSpPr/>
          <p:nvPr/>
        </p:nvGrpSpPr>
        <p:grpSpPr>
          <a:xfrm>
            <a:off x="8227454" y="1001747"/>
            <a:ext cx="527545" cy="490734"/>
            <a:chOff x="827350" y="3629733"/>
            <a:chExt cx="1431600" cy="1332067"/>
          </a:xfrm>
        </p:grpSpPr>
        <p:sp>
          <p:nvSpPr>
            <p:cNvPr id="1391" name="Google Shape;1391;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436215" y="1700030"/>
            <a:ext cx="412158" cy="383369"/>
            <a:chOff x="827350" y="3629733"/>
            <a:chExt cx="1431600" cy="1332067"/>
          </a:xfrm>
        </p:grpSpPr>
        <p:sp>
          <p:nvSpPr>
            <p:cNvPr id="1395" name="Google Shape;1395;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347843C0-D0FA-0D67-7BBF-C1D59CD86E5D}"/>
              </a:ext>
            </a:extLst>
          </p:cNvPr>
          <p:cNvSpPr txBox="1"/>
          <p:nvPr/>
        </p:nvSpPr>
        <p:spPr>
          <a:xfrm>
            <a:off x="2481196" y="561890"/>
            <a:ext cx="4041058" cy="523220"/>
          </a:xfrm>
          <a:prstGeom prst="rect">
            <a:avLst/>
          </a:prstGeom>
          <a:noFill/>
        </p:spPr>
        <p:txBody>
          <a:bodyPr wrap="square" rtlCol="0">
            <a:spAutoFit/>
          </a:bodyPr>
          <a:lstStyle/>
          <a:p>
            <a:pPr algn="ctr"/>
            <a:r>
              <a:rPr lang="en-IN" sz="2800" dirty="0">
                <a:solidFill>
                  <a:schemeClr val="accent6">
                    <a:lumMod val="95000"/>
                  </a:schemeClr>
                </a:solidFill>
              </a:rPr>
              <a:t>RNN</a:t>
            </a:r>
          </a:p>
        </p:txBody>
      </p:sp>
      <p:pic>
        <p:nvPicPr>
          <p:cNvPr id="4" name="Google Shape;942;p46">
            <a:extLst>
              <a:ext uri="{FF2B5EF4-FFF2-40B4-BE49-F238E27FC236}">
                <a16:creationId xmlns:a16="http://schemas.microsoft.com/office/drawing/2014/main" id="{B9294D6B-9CF7-3690-5D1A-388C913CCA82}"/>
              </a:ext>
            </a:extLst>
          </p:cNvPr>
          <p:cNvPicPr preferRelativeResize="0"/>
          <p:nvPr/>
        </p:nvPicPr>
        <p:blipFill rotWithShape="1">
          <a:blip r:embed="rId3">
            <a:alphaModFix amt="75000"/>
          </a:blip>
          <a:srcRect l="19106" t="4942"/>
          <a:stretch/>
        </p:blipFill>
        <p:spPr>
          <a:xfrm rot="10800000">
            <a:off x="4713900" y="1963996"/>
            <a:ext cx="4580326" cy="3332599"/>
          </a:xfrm>
          <a:prstGeom prst="rect">
            <a:avLst/>
          </a:prstGeom>
          <a:noFill/>
          <a:ln>
            <a:noFill/>
          </a:ln>
        </p:spPr>
      </p:pic>
      <p:pic>
        <p:nvPicPr>
          <p:cNvPr id="18" name="Picture 17">
            <a:extLst>
              <a:ext uri="{FF2B5EF4-FFF2-40B4-BE49-F238E27FC236}">
                <a16:creationId xmlns:a16="http://schemas.microsoft.com/office/drawing/2014/main" id="{DA2ED42F-AD09-452F-CFA1-5E09CF1FC441}"/>
              </a:ext>
            </a:extLst>
          </p:cNvPr>
          <p:cNvPicPr>
            <a:picLocks noChangeAspect="1"/>
          </p:cNvPicPr>
          <p:nvPr/>
        </p:nvPicPr>
        <p:blipFill rotWithShape="1">
          <a:blip r:embed="rId4"/>
          <a:srcRect t="1351"/>
          <a:stretch/>
        </p:blipFill>
        <p:spPr>
          <a:xfrm>
            <a:off x="1170873" y="1607344"/>
            <a:ext cx="6988146" cy="2014735"/>
          </a:xfrm>
          <a:prstGeom prst="rect">
            <a:avLst/>
          </a:prstGeom>
        </p:spPr>
      </p:pic>
    </p:spTree>
    <p:extLst>
      <p:ext uri="{BB962C8B-B14F-4D97-AF65-F5344CB8AC3E}">
        <p14:creationId xmlns:p14="http://schemas.microsoft.com/office/powerpoint/2010/main" val="2042793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grpSp>
        <p:nvGrpSpPr>
          <p:cNvPr id="1372" name="Google Shape;1372;p56"/>
          <p:cNvGrpSpPr/>
          <p:nvPr/>
        </p:nvGrpSpPr>
        <p:grpSpPr>
          <a:xfrm>
            <a:off x="897022" y="1327203"/>
            <a:ext cx="7639809" cy="3200625"/>
            <a:chOff x="4187225" y="869775"/>
            <a:chExt cx="4219500" cy="3200625"/>
          </a:xfrm>
          <a:solidFill>
            <a:srgbClr val="3B3B3B"/>
          </a:solidFill>
        </p:grpSpPr>
        <p:sp>
          <p:nvSpPr>
            <p:cNvPr id="1373" name="Google Shape;1373;p56"/>
            <p:cNvSpPr/>
            <p:nvPr/>
          </p:nvSpPr>
          <p:spPr>
            <a:xfrm>
              <a:off x="5662275" y="3677475"/>
              <a:ext cx="1269409" cy="392925"/>
            </a:xfrm>
            <a:custGeom>
              <a:avLst/>
              <a:gdLst/>
              <a:ahLst/>
              <a:cxnLst/>
              <a:rect l="l" t="t" r="r" b="b"/>
              <a:pathLst>
                <a:path w="55324" h="92453" extrusionOk="0">
                  <a:moveTo>
                    <a:pt x="14662" y="1"/>
                  </a:moveTo>
                  <a:lnTo>
                    <a:pt x="14482" y="2609"/>
                  </a:lnTo>
                  <a:lnTo>
                    <a:pt x="11791" y="41519"/>
                  </a:lnTo>
                  <a:lnTo>
                    <a:pt x="11747" y="42149"/>
                  </a:lnTo>
                  <a:lnTo>
                    <a:pt x="11276" y="48946"/>
                  </a:lnTo>
                  <a:lnTo>
                    <a:pt x="10009" y="67301"/>
                  </a:lnTo>
                  <a:lnTo>
                    <a:pt x="9674" y="72100"/>
                  </a:lnTo>
                  <a:lnTo>
                    <a:pt x="9309" y="77399"/>
                  </a:lnTo>
                  <a:cubicBezTo>
                    <a:pt x="9308" y="79203"/>
                    <a:pt x="8592" y="80932"/>
                    <a:pt x="7316" y="82207"/>
                  </a:cubicBezTo>
                  <a:lnTo>
                    <a:pt x="1713" y="87809"/>
                  </a:lnTo>
                  <a:cubicBezTo>
                    <a:pt x="1" y="89522"/>
                    <a:pt x="1214" y="92452"/>
                    <a:pt x="3638" y="92452"/>
                  </a:cubicBezTo>
                  <a:lnTo>
                    <a:pt x="51687" y="92452"/>
                  </a:lnTo>
                  <a:cubicBezTo>
                    <a:pt x="54110" y="92452"/>
                    <a:pt x="55324" y="89522"/>
                    <a:pt x="53610" y="87809"/>
                  </a:cubicBezTo>
                  <a:lnTo>
                    <a:pt x="48009" y="82207"/>
                  </a:lnTo>
                  <a:cubicBezTo>
                    <a:pt x="46733" y="80932"/>
                    <a:pt x="46017" y="79203"/>
                    <a:pt x="46017" y="77399"/>
                  </a:cubicBezTo>
                  <a:lnTo>
                    <a:pt x="45652" y="72100"/>
                  </a:lnTo>
                  <a:lnTo>
                    <a:pt x="45317" y="67301"/>
                  </a:lnTo>
                  <a:lnTo>
                    <a:pt x="44049" y="48946"/>
                  </a:lnTo>
                  <a:lnTo>
                    <a:pt x="43577" y="42149"/>
                  </a:lnTo>
                  <a:lnTo>
                    <a:pt x="43535" y="41519"/>
                  </a:lnTo>
                  <a:lnTo>
                    <a:pt x="40842" y="2609"/>
                  </a:lnTo>
                  <a:lnTo>
                    <a:pt x="40662" y="1"/>
                  </a:lnTo>
                  <a:close/>
                </a:path>
              </a:pathLst>
            </a:cu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6"/>
            <p:cNvSpPr/>
            <p:nvPr/>
          </p:nvSpPr>
          <p:spPr>
            <a:xfrm>
              <a:off x="4191325" y="869775"/>
              <a:ext cx="4211400" cy="2807700"/>
            </a:xfrm>
            <a:prstGeom prst="snip2DiagRect">
              <a:avLst>
                <a:gd name="adj1" fmla="val 0"/>
                <a:gd name="adj2" fmla="val 9219"/>
              </a:avLst>
            </a:prstGeom>
            <a:gr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5" name="Google Shape;1375;p56"/>
            <p:cNvCxnSpPr/>
            <p:nvPr/>
          </p:nvCxnSpPr>
          <p:spPr>
            <a:xfrm>
              <a:off x="4187225" y="3305175"/>
              <a:ext cx="4219500" cy="0"/>
            </a:xfrm>
            <a:prstGeom prst="straightConnector1">
              <a:avLst/>
            </a:prstGeom>
            <a:grpFill/>
            <a:ln w="25400" cap="flat" cmpd="sng">
              <a:solidFill>
                <a:schemeClr val="lt1"/>
              </a:solidFill>
              <a:prstDash val="solid"/>
              <a:round/>
              <a:headEnd type="none" w="med" len="med"/>
              <a:tailEnd type="none" w="med" len="med"/>
            </a:ln>
          </p:spPr>
        </p:cxnSp>
      </p:grpSp>
      <p:grpSp>
        <p:nvGrpSpPr>
          <p:cNvPr id="1379" name="Google Shape;1379;p56"/>
          <p:cNvGrpSpPr/>
          <p:nvPr/>
        </p:nvGrpSpPr>
        <p:grpSpPr>
          <a:xfrm>
            <a:off x="254607" y="3602221"/>
            <a:ext cx="288601" cy="1096693"/>
            <a:chOff x="1006700" y="2603975"/>
            <a:chExt cx="55450" cy="210700"/>
          </a:xfrm>
        </p:grpSpPr>
        <p:sp>
          <p:nvSpPr>
            <p:cNvPr id="1380" name="Google Shape;1380;p5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6"/>
          <p:cNvGrpSpPr/>
          <p:nvPr/>
        </p:nvGrpSpPr>
        <p:grpSpPr>
          <a:xfrm>
            <a:off x="7398123" y="731246"/>
            <a:ext cx="760896" cy="707727"/>
            <a:chOff x="827350" y="3629733"/>
            <a:chExt cx="1431600" cy="1332067"/>
          </a:xfrm>
        </p:grpSpPr>
        <p:sp>
          <p:nvSpPr>
            <p:cNvPr id="1387" name="Google Shape;1387;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56"/>
          <p:cNvGrpSpPr/>
          <p:nvPr/>
        </p:nvGrpSpPr>
        <p:grpSpPr>
          <a:xfrm>
            <a:off x="8227454" y="1001747"/>
            <a:ext cx="527545" cy="490734"/>
            <a:chOff x="827350" y="3629733"/>
            <a:chExt cx="1431600" cy="1332067"/>
          </a:xfrm>
        </p:grpSpPr>
        <p:sp>
          <p:nvSpPr>
            <p:cNvPr id="1391" name="Google Shape;1391;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56"/>
          <p:cNvGrpSpPr/>
          <p:nvPr/>
        </p:nvGrpSpPr>
        <p:grpSpPr>
          <a:xfrm>
            <a:off x="8436215" y="1700030"/>
            <a:ext cx="412158" cy="383369"/>
            <a:chOff x="827350" y="3629733"/>
            <a:chExt cx="1431600" cy="1332067"/>
          </a:xfrm>
        </p:grpSpPr>
        <p:sp>
          <p:nvSpPr>
            <p:cNvPr id="1395" name="Google Shape;1395;p5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347843C0-D0FA-0D67-7BBF-C1D59CD86E5D}"/>
              </a:ext>
            </a:extLst>
          </p:cNvPr>
          <p:cNvSpPr txBox="1"/>
          <p:nvPr/>
        </p:nvSpPr>
        <p:spPr>
          <a:xfrm>
            <a:off x="2481196" y="561890"/>
            <a:ext cx="4041058" cy="523220"/>
          </a:xfrm>
          <a:prstGeom prst="rect">
            <a:avLst/>
          </a:prstGeom>
          <a:noFill/>
        </p:spPr>
        <p:txBody>
          <a:bodyPr wrap="square" rtlCol="0">
            <a:spAutoFit/>
          </a:bodyPr>
          <a:lstStyle/>
          <a:p>
            <a:pPr algn="ctr"/>
            <a:r>
              <a:rPr lang="en-IN" sz="2800" dirty="0">
                <a:solidFill>
                  <a:schemeClr val="accent6">
                    <a:lumMod val="95000"/>
                  </a:schemeClr>
                </a:solidFill>
              </a:rPr>
              <a:t>GRU</a:t>
            </a:r>
          </a:p>
        </p:txBody>
      </p:sp>
      <p:pic>
        <p:nvPicPr>
          <p:cNvPr id="4" name="Google Shape;942;p46">
            <a:extLst>
              <a:ext uri="{FF2B5EF4-FFF2-40B4-BE49-F238E27FC236}">
                <a16:creationId xmlns:a16="http://schemas.microsoft.com/office/drawing/2014/main" id="{B9294D6B-9CF7-3690-5D1A-388C913CCA82}"/>
              </a:ext>
            </a:extLst>
          </p:cNvPr>
          <p:cNvPicPr preferRelativeResize="0"/>
          <p:nvPr/>
        </p:nvPicPr>
        <p:blipFill rotWithShape="1">
          <a:blip r:embed="rId3">
            <a:alphaModFix amt="75000"/>
          </a:blip>
          <a:srcRect l="19106" t="4942"/>
          <a:stretch/>
        </p:blipFill>
        <p:spPr>
          <a:xfrm rot="10800000">
            <a:off x="4713900" y="1963996"/>
            <a:ext cx="4580326" cy="3332599"/>
          </a:xfrm>
          <a:prstGeom prst="rect">
            <a:avLst/>
          </a:prstGeom>
          <a:noFill/>
          <a:ln>
            <a:noFill/>
          </a:ln>
        </p:spPr>
      </p:pic>
      <p:pic>
        <p:nvPicPr>
          <p:cNvPr id="5" name="Picture 4">
            <a:extLst>
              <a:ext uri="{FF2B5EF4-FFF2-40B4-BE49-F238E27FC236}">
                <a16:creationId xmlns:a16="http://schemas.microsoft.com/office/drawing/2014/main" id="{35D88965-6533-6C77-C6BF-9E0B7D1BA76A}"/>
              </a:ext>
            </a:extLst>
          </p:cNvPr>
          <p:cNvPicPr>
            <a:picLocks noChangeAspect="1"/>
          </p:cNvPicPr>
          <p:nvPr/>
        </p:nvPicPr>
        <p:blipFill rotWithShape="1">
          <a:blip r:embed="rId4"/>
          <a:srcRect t="2047"/>
          <a:stretch/>
        </p:blipFill>
        <p:spPr>
          <a:xfrm>
            <a:off x="1042988" y="1639895"/>
            <a:ext cx="7184466" cy="1900172"/>
          </a:xfrm>
          <a:prstGeom prst="rect">
            <a:avLst/>
          </a:prstGeom>
        </p:spPr>
      </p:pic>
    </p:spTree>
    <p:extLst>
      <p:ext uri="{BB962C8B-B14F-4D97-AF65-F5344CB8AC3E}">
        <p14:creationId xmlns:p14="http://schemas.microsoft.com/office/powerpoint/2010/main" val="1261093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4"/>
          <p:cNvSpPr/>
          <p:nvPr/>
        </p:nvSpPr>
        <p:spPr>
          <a:xfrm>
            <a:off x="1727250" y="1333350"/>
            <a:ext cx="5689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4"/>
          <p:cNvSpPr txBox="1">
            <a:spLocks noGrp="1"/>
          </p:cNvSpPr>
          <p:nvPr>
            <p:ph type="title"/>
          </p:nvPr>
        </p:nvSpPr>
        <p:spPr>
          <a:xfrm>
            <a:off x="2005350" y="1506750"/>
            <a:ext cx="5133300" cy="213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THANK</a:t>
            </a:r>
            <a:br>
              <a:rPr lang="en" dirty="0">
                <a:solidFill>
                  <a:schemeClr val="lt1"/>
                </a:solidFill>
              </a:rPr>
            </a:br>
            <a:r>
              <a:rPr lang="en" dirty="0">
                <a:solidFill>
                  <a:schemeClr val="lt1"/>
                </a:solidFill>
              </a:rPr>
              <a:t>YOU!</a:t>
            </a:r>
            <a:endParaRPr dirty="0"/>
          </a:p>
        </p:txBody>
      </p:sp>
      <p:grpSp>
        <p:nvGrpSpPr>
          <p:cNvPr id="440" name="Google Shape;440;p34"/>
          <p:cNvGrpSpPr/>
          <p:nvPr/>
        </p:nvGrpSpPr>
        <p:grpSpPr>
          <a:xfrm rot="10800000">
            <a:off x="8182795" y="3741521"/>
            <a:ext cx="288601" cy="1096693"/>
            <a:chOff x="1006700" y="2603975"/>
            <a:chExt cx="55450" cy="210700"/>
          </a:xfrm>
        </p:grpSpPr>
        <p:sp>
          <p:nvSpPr>
            <p:cNvPr id="441" name="Google Shape;441;p34"/>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4"/>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4"/>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4"/>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4"/>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4"/>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34"/>
          <p:cNvGrpSpPr/>
          <p:nvPr/>
        </p:nvGrpSpPr>
        <p:grpSpPr>
          <a:xfrm>
            <a:off x="535539" y="4091671"/>
            <a:ext cx="781224" cy="726909"/>
            <a:chOff x="827350" y="3629733"/>
            <a:chExt cx="1431600" cy="1332067"/>
          </a:xfrm>
        </p:grpSpPr>
        <p:sp>
          <p:nvSpPr>
            <p:cNvPr id="448" name="Google Shape;448;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4"/>
          <p:cNvGrpSpPr/>
          <p:nvPr/>
        </p:nvGrpSpPr>
        <p:grpSpPr>
          <a:xfrm>
            <a:off x="1563289" y="4339573"/>
            <a:ext cx="356325" cy="331552"/>
            <a:chOff x="827350" y="3629733"/>
            <a:chExt cx="1431600" cy="1332067"/>
          </a:xfrm>
        </p:grpSpPr>
        <p:sp>
          <p:nvSpPr>
            <p:cNvPr id="452" name="Google Shape;452;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34"/>
          <p:cNvGrpSpPr/>
          <p:nvPr/>
        </p:nvGrpSpPr>
        <p:grpSpPr>
          <a:xfrm>
            <a:off x="7697553" y="932393"/>
            <a:ext cx="1096749" cy="1020497"/>
            <a:chOff x="827350" y="3629733"/>
            <a:chExt cx="1431600" cy="1332067"/>
          </a:xfrm>
        </p:grpSpPr>
        <p:sp>
          <p:nvSpPr>
            <p:cNvPr id="456" name="Google Shape;456;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34"/>
          <p:cNvGrpSpPr/>
          <p:nvPr/>
        </p:nvGrpSpPr>
        <p:grpSpPr>
          <a:xfrm>
            <a:off x="626658" y="3184190"/>
            <a:ext cx="598982" cy="557337"/>
            <a:chOff x="827350" y="3629733"/>
            <a:chExt cx="1431600" cy="1332067"/>
          </a:xfrm>
        </p:grpSpPr>
        <p:sp>
          <p:nvSpPr>
            <p:cNvPr id="460" name="Google Shape;460;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34"/>
          <p:cNvGrpSpPr/>
          <p:nvPr/>
        </p:nvGrpSpPr>
        <p:grpSpPr>
          <a:xfrm>
            <a:off x="7066781" y="683794"/>
            <a:ext cx="464268" cy="431989"/>
            <a:chOff x="827350" y="3629733"/>
            <a:chExt cx="1431600" cy="1332067"/>
          </a:xfrm>
        </p:grpSpPr>
        <p:sp>
          <p:nvSpPr>
            <p:cNvPr id="464" name="Google Shape;464;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34"/>
          <p:cNvGrpSpPr/>
          <p:nvPr/>
        </p:nvGrpSpPr>
        <p:grpSpPr>
          <a:xfrm rot="5400000">
            <a:off x="1030707" y="-8854"/>
            <a:ext cx="288601" cy="1096693"/>
            <a:chOff x="1006700" y="2603975"/>
            <a:chExt cx="55450" cy="210700"/>
          </a:xfrm>
        </p:grpSpPr>
        <p:sp>
          <p:nvSpPr>
            <p:cNvPr id="468" name="Google Shape;468;p34"/>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4"/>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4"/>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4"/>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4"/>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34"/>
          <p:cNvGrpSpPr/>
          <p:nvPr/>
        </p:nvGrpSpPr>
        <p:grpSpPr>
          <a:xfrm>
            <a:off x="7697549" y="373732"/>
            <a:ext cx="356325" cy="331552"/>
            <a:chOff x="827350" y="3629733"/>
            <a:chExt cx="1431600" cy="1332067"/>
          </a:xfrm>
        </p:grpSpPr>
        <p:sp>
          <p:nvSpPr>
            <p:cNvPr id="475" name="Google Shape;475;p34"/>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4"/>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4"/>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933</TotalTime>
  <Words>692</Words>
  <Application>Microsoft Office PowerPoint</Application>
  <PresentationFormat>On-screen Show (16:9)</PresentationFormat>
  <Paragraphs>112</Paragraphs>
  <Slides>26</Slides>
  <Notes>26</Notes>
  <HiddenSlides>0</HiddenSlides>
  <MMClips>1</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26</vt:i4>
      </vt:variant>
    </vt:vector>
  </HeadingPairs>
  <TitlesOfParts>
    <vt:vector size="40" baseType="lpstr">
      <vt:lpstr>Karla</vt:lpstr>
      <vt:lpstr>Times New Roman</vt:lpstr>
      <vt:lpstr>Google Sans</vt:lpstr>
      <vt:lpstr>Open Sans</vt:lpstr>
      <vt:lpstr>Proxima Nova Semibold</vt:lpstr>
      <vt:lpstr>Anaheim</vt:lpstr>
      <vt:lpstr>Audiowide</vt:lpstr>
      <vt:lpstr>Calibri</vt:lpstr>
      <vt:lpstr>Nunito</vt:lpstr>
      <vt:lpstr>Wingdings</vt:lpstr>
      <vt:lpstr>Arial</vt:lpstr>
      <vt:lpstr>Proxima Nova</vt:lpstr>
      <vt:lpstr>Cyber-Futuristic AI Technology Thesis Defense by Slidesgo</vt:lpstr>
      <vt:lpstr>Slidesgo Final Pages</vt:lpstr>
      <vt:lpstr>CYBER BULLYING DETECTION</vt:lpstr>
      <vt:lpstr>ABSTRACT</vt:lpstr>
      <vt:lpstr>Literature review</vt:lpstr>
      <vt:lpstr>Problem Statement</vt:lpstr>
      <vt:lpstr>Objectives</vt:lpstr>
      <vt:lpstr>INTRODUCTION</vt:lpstr>
      <vt:lpstr>Methodology</vt:lpstr>
      <vt:lpstr>DATASET DESCRIPTION</vt:lpstr>
      <vt:lpstr>Preprocessing Steps</vt:lpstr>
      <vt:lpstr>PowerPoint Presentation</vt:lpstr>
      <vt:lpstr>Analysis of dependent variable</vt:lpstr>
      <vt:lpstr>Model Performance</vt:lpstr>
      <vt:lpstr>CONCLUSION</vt:lpstr>
      <vt:lpstr>Upcoming plans</vt:lpstr>
      <vt:lpstr>Schedule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BULLYING DETECTION</dc:title>
  <dc:creator>ASUS</dc:creator>
  <cp:lastModifiedBy>ASUS</cp:lastModifiedBy>
  <cp:revision>65</cp:revision>
  <dcterms:modified xsi:type="dcterms:W3CDTF">2023-04-21T03:21:34Z</dcterms:modified>
</cp:coreProperties>
</file>